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theme16.xml" ContentType="application/vnd.openxmlformats-officedocument.theme+xml"/>
  <Override PartName="/ppt/slideMasters/slideMaster16.xml" ContentType="application/vnd.openxmlformats-officedocument.presentationml.slideMaster+xml"/>
  <Override PartName="/ppt/slideMasters/theme/theme17.xml" ContentType="application/vnd.openxmlformats-officedocument.theme+xml"/>
  <Override PartName="/ppt/slideMasters/slideMaster17.xml" ContentType="application/vnd.openxmlformats-officedocument.presentationml.slideMaster+xml"/>
  <Override PartName="/ppt/slideMasters/theme/theme18.xml" ContentType="application/vnd.openxmlformats-officedocument.theme+xml"/>
  <Override PartName="/ppt/slideMasters/slideMaster18.xml" ContentType="application/vnd.openxmlformats-officedocument.presentationml.slideMaster+xml"/>
  <Override PartName="/ppt/slideMasters/theme/theme19.xml" ContentType="application/vnd.openxmlformats-officedocument.theme+xml"/>
  <Override PartName="/ppt/slideMasters/slideMaster19.xml" ContentType="application/vnd.openxmlformats-officedocument.presentationml.slideMaster+xml"/>
  <Override PartName="/ppt/slideMasters/theme/theme20.xml" ContentType="application/vnd.openxmlformats-officedocument.theme+xml"/>
  <Override PartName="/ppt/slideMasters/slideMaster20.xml" ContentType="application/vnd.openxmlformats-officedocument.presentationml.slideMaster+xml"/>
  <Override PartName="/ppt/slideMasters/theme/theme21.xml" ContentType="application/vnd.openxmlformats-officedocument.theme+xml"/>
  <Override PartName="/ppt/slideMasters/slideMaster21.xml" ContentType="application/vnd.openxmlformats-officedocument.presentationml.slideMaster+xml"/>
  <Override PartName="/ppt/slideMasters/theme/theme22.xml" ContentType="application/vnd.openxmlformats-officedocument.theme+xml"/>
  <Override PartName="/ppt/slideMasters/slideMaster22.xml" ContentType="application/vnd.openxmlformats-officedocument.presentationml.slideMaster+xml"/>
  <Override PartName="/ppt/slideMasters/theme/theme23.xml" ContentType="application/vnd.openxmlformats-officedocument.theme+xml"/>
  <Override PartName="/ppt/slideMasters/slideMaster23.xml" ContentType="application/vnd.openxmlformats-officedocument.presentationml.slideMaster+xml"/>
  <Override PartName="/ppt/slideMasters/theme/theme24.xml" ContentType="application/vnd.openxmlformats-officedocument.theme+xml"/>
  <Override PartName="/ppt/slideMasters/slideMaster24.xml" ContentType="application/vnd.openxmlformats-officedocument.presentationml.slideMaster+xml"/>
  <Override PartName="/ppt/slideMasters/theme/theme25.xml" ContentType="application/vnd.openxmlformats-officedocument.theme+xml"/>
  <Override PartName="/ppt/slideMasters/slideMaster25.xml" ContentType="application/vnd.openxmlformats-officedocument.presentationml.slideMaster+xml"/>
  <Override PartName="/ppt/slideMasters/theme/theme26.xml" ContentType="application/vnd.openxmlformats-officedocument.theme+xml"/>
  <Override PartName="/ppt/slideMasters/slideMaster26.xml" ContentType="application/vnd.openxmlformats-officedocument.presentationml.slideMaster+xml"/>
  <Override PartName="/ppt/slideMasters/theme/theme27.xml" ContentType="application/vnd.openxmlformats-officedocument.theme+xml"/>
  <Override PartName="/ppt/slideMasters/slideMaster27.xml" ContentType="application/vnd.openxmlformats-officedocument.presentationml.slideMaster+xml"/>
  <Override PartName="/ppt/slideMasters/theme/theme28.xml" ContentType="application/vnd.openxmlformats-officedocument.theme+xml"/>
  <Override PartName="/ppt/slideMasters/slideMaster28.xml" ContentType="application/vnd.openxmlformats-officedocument.presentationml.slideMaster+xml"/>
  <Override PartName="/ppt/slideMasters/theme/theme29.xml" ContentType="application/vnd.openxmlformats-officedocument.theme+xml"/>
  <Override PartName="/ppt/slideMasters/slideMaster29.xml" ContentType="application/vnd.openxmlformats-officedocument.presentationml.slideMaster+xml"/>
  <Override PartName="/ppt/slideMasters/theme/theme30.xml" ContentType="application/vnd.openxmlformats-officedocument.theme+xml"/>
  <Override PartName="/ppt/slideMasters/slideMaster30.xml" ContentType="application/vnd.openxmlformats-officedocument.presentationml.slideMaster+xml"/>
  <Override PartName="/ppt/slideMasters/theme/theme31.xml" ContentType="application/vnd.openxmlformats-officedocument.theme+xml"/>
  <Override PartName="/ppt/slideMasters/slideMaster31.xml" ContentType="application/vnd.openxmlformats-officedocument.presentationml.slideMaster+xml"/>
  <Override PartName="/ppt/slideMasters/theme/theme32.xml" ContentType="application/vnd.openxmlformats-officedocument.theme+xml"/>
  <Override PartName="/ppt/slideMasters/slideMaster32.xml" ContentType="application/vnd.openxmlformats-officedocument.presentationml.slideMaster+xml"/>
  <Override PartName="/ppt/slideMasters/theme/theme33.xml" ContentType="application/vnd.openxmlformats-officedocument.theme+xml"/>
  <Override PartName="/ppt/slideMasters/slideMaster33.xml" ContentType="application/vnd.openxmlformats-officedocument.presentationml.slideMaster+xml"/>
  <Override PartName="/ppt/slideMasters/theme/theme34.xml" ContentType="application/vnd.openxmlformats-officedocument.theme+xml"/>
  <Override PartName="/ppt/slideMasters/slideMaster34.xml" ContentType="application/vnd.openxmlformats-officedocument.presentationml.slideMaster+xml"/>
  <Override PartName="/ppt/slideMasters/theme/theme35.xml" ContentType="application/vnd.openxmlformats-officedocument.theme+xml"/>
  <Override PartName="/ppt/slideMasters/slideMaster35.xml" ContentType="application/vnd.openxmlformats-officedocument.presentationml.slideMaster+xml"/>
  <Override PartName="/ppt/slideMasters/theme/theme36.xml" ContentType="application/vnd.openxmlformats-officedocument.theme+xml"/>
  <Override PartName="/ppt/slideMasters/slideMaster36.xml" ContentType="application/vnd.openxmlformats-officedocument.presentationml.slideMaster+xml"/>
  <Override PartName="/ppt/slideMasters/theme/theme37.xml" ContentType="application/vnd.openxmlformats-officedocument.theme+xml"/>
  <Override PartName="/ppt/slideMasters/slideMaster37.xml" ContentType="application/vnd.openxmlformats-officedocument.presentationml.slideMaster+xml"/>
  <Override PartName="/ppt/slideMasters/theme/theme38.xml" ContentType="application/vnd.openxmlformats-officedocument.theme+xml"/>
  <Override PartName="/ppt/slideMasters/slideMaster38.xml" ContentType="application/vnd.openxmlformats-officedocument.presentationml.slideMaster+xml"/>
  <Override PartName="/ppt/slideMasters/theme/theme39.xml" ContentType="application/vnd.openxmlformats-officedocument.theme+xml"/>
  <Override PartName="/ppt/slideMasters/slideMaster39.xml" ContentType="application/vnd.openxmlformats-officedocument.presentationml.slideMaster+xml"/>
  <Override PartName="/ppt/slideMasters/theme/theme40.xml" ContentType="application/vnd.openxmlformats-officedocument.theme+xml"/>
  <Override PartName="/ppt/slideMasters/slideMaster40.xml" ContentType="application/vnd.openxmlformats-officedocument.presentationml.slideMaster+xml"/>
  <Override PartName="/ppt/slideMasters/theme/theme41.xml" ContentType="application/vnd.openxmlformats-officedocument.theme+xml"/>
  <Override PartName="/ppt/slideMasters/slideMaster41.xml" ContentType="application/vnd.openxmlformats-officedocument.presentationml.slideMaster+xml"/>
  <Override PartName="/ppt/slideMasters/theme/theme42.xml" ContentType="application/vnd.openxmlformats-officedocument.theme+xml"/>
  <Override PartName="/ppt/slideMasters/slideMaster42.xml" ContentType="application/vnd.openxmlformats-officedocument.presentationml.slideMaster+xml"/>
  <Override PartName="/ppt/slideMasters/theme/theme43.xml" ContentType="application/vnd.openxmlformats-officedocument.theme+xml"/>
  <Override PartName="/ppt/slideMasters/slideMaster43.xml" ContentType="application/vnd.openxmlformats-officedocument.presentationml.slideMaster+xml"/>
  <Override PartName="/ppt/slideMasters/theme/theme44.xml" ContentType="application/vnd.openxmlformats-officedocument.theme+xml"/>
  <Override PartName="/ppt/slideMasters/slideMaster44.xml" ContentType="application/vnd.openxmlformats-officedocument.presentationml.slideMaster+xml"/>
  <Override PartName="/ppt/slideMasters/theme/theme45.xml" ContentType="application/vnd.openxmlformats-officedocument.theme+xml"/>
  <Override PartName="/ppt/slideMasters/slideMaster45.xml" ContentType="application/vnd.openxmlformats-officedocument.presentationml.slideMaster+xml"/>
  <Override PartName="/ppt/slideMasters/theme/theme46.xml" ContentType="application/vnd.openxmlformats-officedocument.theme+xml"/>
  <Override PartName="/ppt/slideMasters/slideMaster46.xml" ContentType="application/vnd.openxmlformats-officedocument.presentationml.slideMaster+xml"/>
  <Override PartName="/ppt/slideMasters/theme/theme47.xml" ContentType="application/vnd.openxmlformats-officedocument.theme+xml"/>
  <Override PartName="/ppt/slideMasters/slideMaster47.xml" ContentType="application/vnd.openxmlformats-officedocument.presentationml.slideMaster+xml"/>
  <Override PartName="/ppt/slideMasters/theme/theme48.xml" ContentType="application/vnd.openxmlformats-officedocument.theme+xml"/>
  <Override PartName="/ppt/slideMasters/slideMaster48.xml" ContentType="application/vnd.openxmlformats-officedocument.presentationml.slideMaster+xml"/>
  <Override PartName="/ppt/slideMasters/theme/theme49.xml" ContentType="application/vnd.openxmlformats-officedocument.theme+xml"/>
  <Override PartName="/ppt/slideMasters/slideMaster49.xml" ContentType="application/vnd.openxmlformats-officedocument.presentationml.slideMaster+xml"/>
  <Override PartName="/ppt/slideMasters/theme/theme5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46bc7b76bc4592" /><Relationship Type="http://schemas.openxmlformats.org/officeDocument/2006/relationships/extended-properties" Target="/docProps/app.xml" Id="Ra1091b994a8f4ced" /><Relationship Type="http://schemas.openxmlformats.org/officeDocument/2006/relationships/officeDocument" Target="/ppt/presentation.xml" Id="R55e8df04c7fd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90e63dff8455e"/>
    <p:sldMasterId xmlns:r="http://schemas.openxmlformats.org/officeDocument/2006/relationships" id="2147483650" r:id="R7cac600bf6274693"/>
    <p:sldMasterId xmlns:r="http://schemas.openxmlformats.org/officeDocument/2006/relationships" id="2147483652" r:id="R71db9f5bc04c4f02"/>
    <p:sldMasterId xmlns:r="http://schemas.openxmlformats.org/officeDocument/2006/relationships" id="2147483654" r:id="R30195f9fcd504cac"/>
    <p:sldMasterId xmlns:r="http://schemas.openxmlformats.org/officeDocument/2006/relationships" id="2147483656" r:id="Re0bcd580c7d24885"/>
    <p:sldMasterId xmlns:r="http://schemas.openxmlformats.org/officeDocument/2006/relationships" id="2147483658" r:id="R6793e829be8546c6"/>
    <p:sldMasterId xmlns:r="http://schemas.openxmlformats.org/officeDocument/2006/relationships" id="2147483660" r:id="Rf51eb45cba6d4629"/>
    <p:sldMasterId xmlns:r="http://schemas.openxmlformats.org/officeDocument/2006/relationships" id="2147483662" r:id="R54d11e9738cb46d8"/>
    <p:sldMasterId xmlns:r="http://schemas.openxmlformats.org/officeDocument/2006/relationships" id="2147483664" r:id="R2f002857dfcc418c"/>
    <p:sldMasterId xmlns:r="http://schemas.openxmlformats.org/officeDocument/2006/relationships" id="2147483666" r:id="R82aeb51897af4842"/>
    <p:sldMasterId xmlns:r="http://schemas.openxmlformats.org/officeDocument/2006/relationships" id="2147483668" r:id="R1915d1bc603b46c0"/>
    <p:sldMasterId xmlns:r="http://schemas.openxmlformats.org/officeDocument/2006/relationships" id="2147483670" r:id="R54972196b9dc4bbd"/>
    <p:sldMasterId xmlns:r="http://schemas.openxmlformats.org/officeDocument/2006/relationships" id="2147483672" r:id="R24b826968aa44bf9"/>
    <p:sldMasterId xmlns:r="http://schemas.openxmlformats.org/officeDocument/2006/relationships" id="2147483674" r:id="Rd300a0dfca344cca"/>
    <p:sldMasterId xmlns:r="http://schemas.openxmlformats.org/officeDocument/2006/relationships" id="2147483676" r:id="R108c76195b174f7a"/>
    <p:sldMasterId xmlns:r="http://schemas.openxmlformats.org/officeDocument/2006/relationships" id="2147483678" r:id="R46955bc528fe4f23"/>
    <p:sldMasterId xmlns:r="http://schemas.openxmlformats.org/officeDocument/2006/relationships" id="2147483680" r:id="Rf8aacd997a524b4f"/>
    <p:sldMasterId xmlns:r="http://schemas.openxmlformats.org/officeDocument/2006/relationships" id="2147483682" r:id="Rb47bb4c899b043e0"/>
    <p:sldMasterId xmlns:r="http://schemas.openxmlformats.org/officeDocument/2006/relationships" id="2147483684" r:id="Rad1f780900494452"/>
    <p:sldMasterId xmlns:r="http://schemas.openxmlformats.org/officeDocument/2006/relationships" id="2147483686" r:id="Rf421f5209b384b6e"/>
    <p:sldMasterId xmlns:r="http://schemas.openxmlformats.org/officeDocument/2006/relationships" id="2147483688" r:id="R263a657b077e41ee"/>
    <p:sldMasterId xmlns:r="http://schemas.openxmlformats.org/officeDocument/2006/relationships" id="2147483690" r:id="Rd8d098867cd0479c"/>
    <p:sldMasterId xmlns:r="http://schemas.openxmlformats.org/officeDocument/2006/relationships" id="2147483692" r:id="R8f49b4c4f3bd4785"/>
    <p:sldMasterId xmlns:r="http://schemas.openxmlformats.org/officeDocument/2006/relationships" id="2147483694" r:id="R6615c5ac08134ec2"/>
    <p:sldMasterId xmlns:r="http://schemas.openxmlformats.org/officeDocument/2006/relationships" id="2147483696" r:id="R995825aeed0b44d9"/>
    <p:sldMasterId xmlns:r="http://schemas.openxmlformats.org/officeDocument/2006/relationships" id="2147483698" r:id="R6b9614babb464117"/>
    <p:sldMasterId xmlns:r="http://schemas.openxmlformats.org/officeDocument/2006/relationships" id="2147483700" r:id="R3e7ce27d395942a7"/>
    <p:sldMasterId xmlns:r="http://schemas.openxmlformats.org/officeDocument/2006/relationships" id="2147483702" r:id="R9a9330b173ed42c0"/>
    <p:sldMasterId xmlns:r="http://schemas.openxmlformats.org/officeDocument/2006/relationships" id="2147483704" r:id="R29b36bd79d1744b6"/>
    <p:sldMasterId xmlns:r="http://schemas.openxmlformats.org/officeDocument/2006/relationships" id="2147483706" r:id="R3631a7b4cb3a4663"/>
    <p:sldMasterId xmlns:r="http://schemas.openxmlformats.org/officeDocument/2006/relationships" id="2147483708" r:id="R94dbefc1320e4b59"/>
    <p:sldMasterId xmlns:r="http://schemas.openxmlformats.org/officeDocument/2006/relationships" id="2147483710" r:id="Rb2b00388c56849cf"/>
    <p:sldMasterId xmlns:r="http://schemas.openxmlformats.org/officeDocument/2006/relationships" id="2147483712" r:id="R64c626ee02bb4448"/>
    <p:sldMasterId xmlns:r="http://schemas.openxmlformats.org/officeDocument/2006/relationships" id="2147483714" r:id="R0d7ab8b8a53a4e01"/>
    <p:sldMasterId xmlns:r="http://schemas.openxmlformats.org/officeDocument/2006/relationships" id="2147483716" r:id="R635269e75d0b4c5a"/>
    <p:sldMasterId xmlns:r="http://schemas.openxmlformats.org/officeDocument/2006/relationships" id="2147483718" r:id="Rbde3b1cb180c4554"/>
    <p:sldMasterId xmlns:r="http://schemas.openxmlformats.org/officeDocument/2006/relationships" id="2147483720" r:id="R66e0990e7dbd46e2"/>
    <p:sldMasterId xmlns:r="http://schemas.openxmlformats.org/officeDocument/2006/relationships" id="2147483722" r:id="Rfecfb24b58814cef"/>
    <p:sldMasterId xmlns:r="http://schemas.openxmlformats.org/officeDocument/2006/relationships" id="2147483724" r:id="R9e60a6e93c2e4caa"/>
    <p:sldMasterId xmlns:r="http://schemas.openxmlformats.org/officeDocument/2006/relationships" id="2147483726" r:id="R9ca10e5a31de401b"/>
    <p:sldMasterId xmlns:r="http://schemas.openxmlformats.org/officeDocument/2006/relationships" id="2147483728" r:id="R77c9b30923174a32"/>
    <p:sldMasterId xmlns:r="http://schemas.openxmlformats.org/officeDocument/2006/relationships" id="2147483730" r:id="R1c7e9c8cfe76494e"/>
    <p:sldMasterId xmlns:r="http://schemas.openxmlformats.org/officeDocument/2006/relationships" id="2147483732" r:id="Rdb050e0f5c334743"/>
    <p:sldMasterId xmlns:r="http://schemas.openxmlformats.org/officeDocument/2006/relationships" id="2147483734" r:id="R9eef5cb32fbe4766"/>
    <p:sldMasterId xmlns:r="http://schemas.openxmlformats.org/officeDocument/2006/relationships" id="2147483736" r:id="R55d22e87fbf54207"/>
    <p:sldMasterId xmlns:r="http://schemas.openxmlformats.org/officeDocument/2006/relationships" id="2147483738" r:id="Rc929fbab6b2d44f1"/>
    <p:sldMasterId xmlns:r="http://schemas.openxmlformats.org/officeDocument/2006/relationships" id="2147483740" r:id="Rd5bfa25282aa48a4"/>
    <p:sldMasterId xmlns:r="http://schemas.openxmlformats.org/officeDocument/2006/relationships" id="2147483742" r:id="Rb2fcf7515ddb4d26"/>
    <p:sldMasterId xmlns:r="http://schemas.openxmlformats.org/officeDocument/2006/relationships" id="2147483744" r:id="R886aa7e40c1d4fa4"/>
  </p:sldMasterIdLst>
  <p:notesMasterIdLst>
    <p:notesMasterId xmlns:r="http://schemas.openxmlformats.org/officeDocument/2006/relationships" r:id="R98a1449b47334d81"/>
  </p:notesMasterIdLst>
  <p:sldIdLst>
    <p:sldId xmlns:r="http://schemas.openxmlformats.org/officeDocument/2006/relationships" id="256" r:id="Rfc43e43d4f28451a"/>
    <p:sldId xmlns:r="http://schemas.openxmlformats.org/officeDocument/2006/relationships" id="257" r:id="R062dc858293a414b"/>
    <p:sldId xmlns:r="http://schemas.openxmlformats.org/officeDocument/2006/relationships" id="258" r:id="R41aaa027e1104332"/>
    <p:sldId xmlns:r="http://schemas.openxmlformats.org/officeDocument/2006/relationships" id="259" r:id="R2c4e24fc772d465e"/>
    <p:sldId xmlns:r="http://schemas.openxmlformats.org/officeDocument/2006/relationships" id="260" r:id="R5a476847e0d74e5a"/>
    <p:sldId xmlns:r="http://schemas.openxmlformats.org/officeDocument/2006/relationships" id="261" r:id="Rd22b1b7384504e9e"/>
    <p:sldId xmlns:r="http://schemas.openxmlformats.org/officeDocument/2006/relationships" id="262" r:id="R2fdc3478b5d941f7"/>
    <p:sldId xmlns:r="http://schemas.openxmlformats.org/officeDocument/2006/relationships" id="263" r:id="R4a4f4ccdb5e04531"/>
    <p:sldId xmlns:r="http://schemas.openxmlformats.org/officeDocument/2006/relationships" id="264" r:id="R8c5f799d7eb74a59"/>
    <p:sldId xmlns:r="http://schemas.openxmlformats.org/officeDocument/2006/relationships" id="265" r:id="R83a00d06ee8d4044"/>
    <p:sldId xmlns:r="http://schemas.openxmlformats.org/officeDocument/2006/relationships" id="266" r:id="Rc835bc20d41e46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b46c803c264010" /><Relationship Type="http://schemas.openxmlformats.org/officeDocument/2006/relationships/slideMaster" Target="/ppt/slideMasters/slideMaster1.xml" Id="R05890e63dff8455e" /><Relationship Type="http://schemas.openxmlformats.org/officeDocument/2006/relationships/slideMaster" Target="/ppt/slideMasters/slideMaster2.xml" Id="R7cac600bf6274693" /><Relationship Type="http://schemas.openxmlformats.org/officeDocument/2006/relationships/slideMaster" Target="/ppt/slideMasters/slideMaster3.xml" Id="R71db9f5bc04c4f02" /><Relationship Type="http://schemas.openxmlformats.org/officeDocument/2006/relationships/slideMaster" Target="/ppt/slideMasters/slideMaster4.xml" Id="R30195f9fcd504cac" /><Relationship Type="http://schemas.openxmlformats.org/officeDocument/2006/relationships/slideMaster" Target="/ppt/slideMasters/slideMaster5.xml" Id="Re0bcd580c7d24885" /><Relationship Type="http://schemas.openxmlformats.org/officeDocument/2006/relationships/slideMaster" Target="/ppt/slideMasters/slideMaster6.xml" Id="R6793e829be8546c6" /><Relationship Type="http://schemas.openxmlformats.org/officeDocument/2006/relationships/slideMaster" Target="/ppt/slideMasters/slideMaster7.xml" Id="Rf51eb45cba6d4629" /><Relationship Type="http://schemas.openxmlformats.org/officeDocument/2006/relationships/slideMaster" Target="/ppt/slideMasters/slideMaster8.xml" Id="R54d11e9738cb46d8" /><Relationship Type="http://schemas.openxmlformats.org/officeDocument/2006/relationships/slideMaster" Target="/ppt/slideMasters/slideMaster9.xml" Id="R2f002857dfcc418c" /><Relationship Type="http://schemas.openxmlformats.org/officeDocument/2006/relationships/slideMaster" Target="/ppt/slideMasters/slideMaster10.xml" Id="R82aeb51897af4842" /><Relationship Type="http://schemas.openxmlformats.org/officeDocument/2006/relationships/slideMaster" Target="/ppt/slideMasters/slideMaster11.xml" Id="R1915d1bc603b46c0" /><Relationship Type="http://schemas.openxmlformats.org/officeDocument/2006/relationships/slideMaster" Target="/ppt/slideMasters/slideMaster12.xml" Id="R54972196b9dc4bbd" /><Relationship Type="http://schemas.openxmlformats.org/officeDocument/2006/relationships/slideMaster" Target="/ppt/slideMasters/slideMaster13.xml" Id="R24b826968aa44bf9" /><Relationship Type="http://schemas.openxmlformats.org/officeDocument/2006/relationships/slideMaster" Target="/ppt/slideMasters/slideMaster14.xml" Id="Rd300a0dfca344cca" /><Relationship Type="http://schemas.openxmlformats.org/officeDocument/2006/relationships/slideMaster" Target="/ppt/slideMasters/slideMaster15.xml" Id="R108c76195b174f7a" /><Relationship Type="http://schemas.openxmlformats.org/officeDocument/2006/relationships/slideMaster" Target="/ppt/slideMasters/slideMaster16.xml" Id="R46955bc528fe4f23" /><Relationship Type="http://schemas.openxmlformats.org/officeDocument/2006/relationships/slideMaster" Target="/ppt/slideMasters/slideMaster17.xml" Id="Rf8aacd997a524b4f" /><Relationship Type="http://schemas.openxmlformats.org/officeDocument/2006/relationships/slideMaster" Target="/ppt/slideMasters/slideMaster18.xml" Id="Rb47bb4c899b043e0" /><Relationship Type="http://schemas.openxmlformats.org/officeDocument/2006/relationships/slideMaster" Target="/ppt/slideMasters/slideMaster19.xml" Id="Rad1f780900494452" /><Relationship Type="http://schemas.openxmlformats.org/officeDocument/2006/relationships/slideMaster" Target="/ppt/slideMasters/slideMaster20.xml" Id="Rf421f5209b384b6e" /><Relationship Type="http://schemas.openxmlformats.org/officeDocument/2006/relationships/slideMaster" Target="/ppt/slideMasters/slideMaster21.xml" Id="R263a657b077e41ee" /><Relationship Type="http://schemas.openxmlformats.org/officeDocument/2006/relationships/slideMaster" Target="/ppt/slideMasters/slideMaster22.xml" Id="Rd8d098867cd0479c" /><Relationship Type="http://schemas.openxmlformats.org/officeDocument/2006/relationships/slideMaster" Target="/ppt/slideMasters/slideMaster23.xml" Id="R8f49b4c4f3bd4785" /><Relationship Type="http://schemas.openxmlformats.org/officeDocument/2006/relationships/slideMaster" Target="/ppt/slideMasters/slideMaster24.xml" Id="R6615c5ac08134ec2" /><Relationship Type="http://schemas.openxmlformats.org/officeDocument/2006/relationships/slideMaster" Target="/ppt/slideMasters/slideMaster25.xml" Id="R995825aeed0b44d9" /><Relationship Type="http://schemas.openxmlformats.org/officeDocument/2006/relationships/slideMaster" Target="/ppt/slideMasters/slideMaster26.xml" Id="R6b9614babb464117" /><Relationship Type="http://schemas.openxmlformats.org/officeDocument/2006/relationships/slideMaster" Target="/ppt/slideMasters/slideMaster27.xml" Id="R3e7ce27d395942a7" /><Relationship Type="http://schemas.openxmlformats.org/officeDocument/2006/relationships/slideMaster" Target="/ppt/slideMasters/slideMaster28.xml" Id="R9a9330b173ed42c0" /><Relationship Type="http://schemas.openxmlformats.org/officeDocument/2006/relationships/slideMaster" Target="/ppt/slideMasters/slideMaster29.xml" Id="R29b36bd79d1744b6" /><Relationship Type="http://schemas.openxmlformats.org/officeDocument/2006/relationships/slideMaster" Target="/ppt/slideMasters/slideMaster30.xml" Id="R3631a7b4cb3a4663" /><Relationship Type="http://schemas.openxmlformats.org/officeDocument/2006/relationships/slideMaster" Target="/ppt/slideMasters/slideMaster31.xml" Id="R94dbefc1320e4b59" /><Relationship Type="http://schemas.openxmlformats.org/officeDocument/2006/relationships/slideMaster" Target="/ppt/slideMasters/slideMaster32.xml" Id="Rb2b00388c56849cf" /><Relationship Type="http://schemas.openxmlformats.org/officeDocument/2006/relationships/slideMaster" Target="/ppt/slideMasters/slideMaster33.xml" Id="R64c626ee02bb4448" /><Relationship Type="http://schemas.openxmlformats.org/officeDocument/2006/relationships/slideMaster" Target="/ppt/slideMasters/slideMaster34.xml" Id="R0d7ab8b8a53a4e01" /><Relationship Type="http://schemas.openxmlformats.org/officeDocument/2006/relationships/slideMaster" Target="/ppt/slideMasters/slideMaster35.xml" Id="R635269e75d0b4c5a" /><Relationship Type="http://schemas.openxmlformats.org/officeDocument/2006/relationships/slideMaster" Target="/ppt/slideMasters/slideMaster36.xml" Id="Rbde3b1cb180c4554" /><Relationship Type="http://schemas.openxmlformats.org/officeDocument/2006/relationships/slideMaster" Target="/ppt/slideMasters/slideMaster37.xml" Id="R66e0990e7dbd46e2" /><Relationship Type="http://schemas.openxmlformats.org/officeDocument/2006/relationships/slideMaster" Target="/ppt/slideMasters/slideMaster38.xml" Id="Rfecfb24b58814cef" /><Relationship Type="http://schemas.openxmlformats.org/officeDocument/2006/relationships/slideMaster" Target="/ppt/slideMasters/slideMaster39.xml" Id="R9e60a6e93c2e4caa" /><Relationship Type="http://schemas.openxmlformats.org/officeDocument/2006/relationships/slideMaster" Target="/ppt/slideMasters/slideMaster40.xml" Id="R9ca10e5a31de401b" /><Relationship Type="http://schemas.openxmlformats.org/officeDocument/2006/relationships/slideMaster" Target="/ppt/slideMasters/slideMaster41.xml" Id="R77c9b30923174a32" /><Relationship Type="http://schemas.openxmlformats.org/officeDocument/2006/relationships/slideMaster" Target="/ppt/slideMasters/slideMaster42.xml" Id="R1c7e9c8cfe76494e" /><Relationship Type="http://schemas.openxmlformats.org/officeDocument/2006/relationships/slideMaster" Target="/ppt/slideMasters/slideMaster43.xml" Id="Rdb050e0f5c334743" /><Relationship Type="http://schemas.openxmlformats.org/officeDocument/2006/relationships/slideMaster" Target="/ppt/slideMasters/slideMaster44.xml" Id="R9eef5cb32fbe4766" /><Relationship Type="http://schemas.openxmlformats.org/officeDocument/2006/relationships/slideMaster" Target="/ppt/slideMasters/slideMaster45.xml" Id="R55d22e87fbf54207" /><Relationship Type="http://schemas.openxmlformats.org/officeDocument/2006/relationships/slideMaster" Target="/ppt/slideMasters/slideMaster46.xml" Id="Rc929fbab6b2d44f1" /><Relationship Type="http://schemas.openxmlformats.org/officeDocument/2006/relationships/slideMaster" Target="/ppt/slideMasters/slideMaster47.xml" Id="Rd5bfa25282aa48a4" /><Relationship Type="http://schemas.openxmlformats.org/officeDocument/2006/relationships/slideMaster" Target="/ppt/slideMasters/slideMaster48.xml" Id="Rb2fcf7515ddb4d26" /><Relationship Type="http://schemas.openxmlformats.org/officeDocument/2006/relationships/slideMaster" Target="/ppt/slideMasters/slideMaster49.xml" Id="R886aa7e40c1d4fa4" /><Relationship Type="http://schemas.openxmlformats.org/officeDocument/2006/relationships/notesMaster" Target="/ppt/notesMasters/notesMaster1.xml" Id="R98a1449b47334d81" /><Relationship Type="http://schemas.openxmlformats.org/officeDocument/2006/relationships/presProps" Target="/ppt/presProps.xml" Id="R494abe13b6c94798" /><Relationship Type="http://schemas.openxmlformats.org/officeDocument/2006/relationships/viewProps" Target="/ppt/viewProps.xml" Id="Rcbc9c39c5ed641f1" /><Relationship Type="http://schemas.openxmlformats.org/officeDocument/2006/relationships/tableStyles" Target="/ppt/tableStyles.xml" Id="R42e982828c134a22" /><Relationship Type="http://schemas.openxmlformats.org/officeDocument/2006/relationships/slide" Target="/ppt/slides/slide1.xml" Id="Rfc43e43d4f28451a" /><Relationship Type="http://schemas.openxmlformats.org/officeDocument/2006/relationships/slide" Target="/ppt/slides/slide2.xml" Id="R062dc858293a414b" /><Relationship Type="http://schemas.openxmlformats.org/officeDocument/2006/relationships/slide" Target="/ppt/slides/slide3.xml" Id="R41aaa027e1104332" /><Relationship Type="http://schemas.openxmlformats.org/officeDocument/2006/relationships/slide" Target="/ppt/slides/slide4.xml" Id="R2c4e24fc772d465e" /><Relationship Type="http://schemas.openxmlformats.org/officeDocument/2006/relationships/slide" Target="/ppt/slides/slide5.xml" Id="R5a476847e0d74e5a" /><Relationship Type="http://schemas.openxmlformats.org/officeDocument/2006/relationships/slide" Target="/ppt/slides/slide6.xml" Id="Rd22b1b7384504e9e" /><Relationship Type="http://schemas.openxmlformats.org/officeDocument/2006/relationships/slide" Target="/ppt/slides/slide7.xml" Id="R2fdc3478b5d941f7" /><Relationship Type="http://schemas.openxmlformats.org/officeDocument/2006/relationships/slide" Target="/ppt/slides/slide8.xml" Id="R4a4f4ccdb5e04531" /><Relationship Type="http://schemas.openxmlformats.org/officeDocument/2006/relationships/slide" Target="/ppt/slides/slide9.xml" Id="R8c5f799d7eb74a59" /><Relationship Type="http://schemas.openxmlformats.org/officeDocument/2006/relationships/slide" Target="/ppt/slides/slide10.xml" Id="R83a00d06ee8d4044" /><Relationship Type="http://schemas.openxmlformats.org/officeDocument/2006/relationships/slide" Target="/ppt/slides/slide11.xml" Id="Rc835bc20d41e46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1.xml" Id="Reeea2aacd348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839369bca94459" /><Relationship Type="http://schemas.openxmlformats.org/officeDocument/2006/relationships/notesMaster" Target="/ppt/notesMasters/notesMaster1.xml" Id="R13b2939707ce4d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c93fa8fb64a4f" /><Relationship Type="http://schemas.openxmlformats.org/officeDocument/2006/relationships/notesMaster" Target="/ppt/notesMasters/notesMaster1.xml" Id="R8e60492bfa4648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357b389c7a44b9" /><Relationship Type="http://schemas.openxmlformats.org/officeDocument/2006/relationships/notesMaster" Target="/ppt/notesMasters/notesMaster1.xml" Id="R06ee9b06547647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6ca330ddf14afa" /><Relationship Type="http://schemas.openxmlformats.org/officeDocument/2006/relationships/notesMaster" Target="/ppt/notesMasters/notesMaster1.xml" Id="Rba82f63a6bbb4b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8a7f14232242d6" /><Relationship Type="http://schemas.openxmlformats.org/officeDocument/2006/relationships/notesMaster" Target="/ppt/notesMasters/notesMaster1.xml" Id="R7677f0189fbe45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651b6f2d1342a0" /><Relationship Type="http://schemas.openxmlformats.org/officeDocument/2006/relationships/notesMaster" Target="/ppt/notesMasters/notesMaster1.xml" Id="R342e39cb0947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e9b19536de4efa" /><Relationship Type="http://schemas.openxmlformats.org/officeDocument/2006/relationships/notesMaster" Target="/ppt/notesMasters/notesMaster1.xml" Id="R6f8d526dc04d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619752a7e84389" /><Relationship Type="http://schemas.openxmlformats.org/officeDocument/2006/relationships/notesMaster" Target="/ppt/notesMasters/notesMaster1.xml" Id="R2767137dd9ef42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1b7a08b7b847e7" /><Relationship Type="http://schemas.openxmlformats.org/officeDocument/2006/relationships/notesMaster" Target="/ppt/notesMasters/notesMaster1.xml" Id="Rf3addfb3a04a45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ea40262e1747f4" /><Relationship Type="http://schemas.openxmlformats.org/officeDocument/2006/relationships/notesMaster" Target="/ppt/notesMasters/notesMaster1.xml" Id="R8357be6e3d594d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f04bd259864694" /><Relationship Type="http://schemas.openxmlformats.org/officeDocument/2006/relationships/notesMaster" Target="/ppt/notesMasters/notesMaster1.xml" Id="R8131361b097e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，章节「开头与状态」。</a:t>
            </a: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docs/slides-draft/P01.mmd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block-beta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columns 3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t["</a:t>
            </a:r>
            <a:r>
              <a:rPr>
                <a:latin typeface="Microsoft YaHei"/>
                <a:ea typeface="Microsoft YaHei"/>
                <a:cs typeface="Microsoft YaHei"/>
              </a:rPr>
              <a:t>人格面具</a:t>
            </a:r>
            <a:r>
              <a:rPr>
                <a:latin typeface="Montserrat"/>
                <a:ea typeface="Montserrat"/>
                <a:cs typeface="Montserrat"/>
              </a:rPr>
              <a:t> persona-masks&lt;br/&gt;</a:t>
            </a:r>
            <a:r>
              <a:rPr>
                <a:latin typeface="Microsoft YaHei"/>
                <a:ea typeface="Microsoft YaHei"/>
                <a:cs typeface="Microsoft YaHei"/>
              </a:rPr>
              <a:t>让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助手把「想、做、查」分开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s1["</a:t>
            </a:r>
            <a:r>
              <a:rPr>
                <a:latin typeface="Microsoft YaHei"/>
                <a:ea typeface="Microsoft YaHei"/>
                <a:cs typeface="Microsoft YaHei"/>
              </a:rPr>
              <a:t>想</a:t>
            </a:r>
            <a:r>
              <a:rPr>
                <a:latin typeface="Montserrat"/>
                <a:ea typeface="Montserrat"/>
                <a:cs typeface="Montserrat"/>
              </a:rPr>
              <a:t>&lt;br/&gt;s </a:t>
            </a:r>
            <a:r>
              <a:rPr>
                <a:latin typeface="Microsoft YaHei"/>
                <a:ea typeface="Microsoft YaHei"/>
                <a:cs typeface="Microsoft YaHei"/>
              </a:rPr>
              <a:t>探索者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ontserrat"/>
                <a:ea typeface="Montserrat"/>
                <a:cs typeface="Montserrat"/>
              </a:rPr>
              <a:t> a </a:t>
            </a:r>
            <a:r>
              <a:rPr>
                <a:latin typeface="Microsoft YaHei"/>
                <a:ea typeface="Microsoft YaHei"/>
                <a:cs typeface="Microsoft YaHei"/>
              </a:rPr>
              <a:t>建筑师</a:t>
            </a:r>
            <a:r>
              <a:rPr>
                <a:latin typeface="Montserrat"/>
                <a:ea typeface="Montserrat"/>
                <a:cs typeface="Montserrat"/>
              </a:rPr>
              <a:t>"] s2["</a:t>
            </a:r>
            <a:r>
              <a:rPr>
                <a:latin typeface="Microsoft YaHei"/>
                <a:ea typeface="Microsoft YaHei"/>
                <a:cs typeface="Microsoft YaHei"/>
              </a:rPr>
              <a:t>做</a:t>
            </a:r>
            <a:r>
              <a:rPr>
                <a:latin typeface="Montserrat"/>
                <a:ea typeface="Montserrat"/>
                <a:cs typeface="Montserrat"/>
              </a:rPr>
              <a:t>&lt;br/&gt;e </a:t>
            </a:r>
            <a:r>
              <a:rPr>
                <a:latin typeface="Microsoft YaHei"/>
                <a:ea typeface="Microsoft YaHei"/>
                <a:cs typeface="Microsoft YaHei"/>
              </a:rPr>
              <a:t>工程师</a:t>
            </a:r>
            <a:r>
              <a:rPr>
                <a:latin typeface="Montserrat"/>
                <a:ea typeface="Montserrat"/>
                <a:cs typeface="Montserrat"/>
              </a:rPr>
              <a:t>"] s3["</a:t>
            </a:r>
            <a:r>
              <a:rPr>
                <a:latin typeface="Microsoft YaHei"/>
                <a:ea typeface="Microsoft YaHei"/>
                <a:cs typeface="Microsoft YaHei"/>
              </a:rPr>
              <a:t>查</a:t>
            </a:r>
            <a:r>
              <a:rPr>
                <a:latin typeface="Montserrat"/>
                <a:ea typeface="Montserrat"/>
                <a:cs typeface="Montserrat"/>
              </a:rPr>
              <a:t>&lt;br/&gt;c </a:t>
            </a:r>
            <a:r>
              <a:rPr>
                <a:latin typeface="Microsoft YaHei"/>
                <a:ea typeface="Microsoft YaHei"/>
                <a:cs typeface="Microsoft YaHei"/>
              </a:rPr>
              <a:t>批判者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ontserrat"/>
                <a:ea typeface="Montserrat"/>
                <a:cs typeface="Montserrat"/>
              </a:rPr>
              <a:t> d </a:t>
            </a:r>
            <a:r>
              <a:rPr>
                <a:latin typeface="Microsoft YaHei"/>
                <a:ea typeface="Microsoft YaHei"/>
                <a:cs typeface="Microsoft YaHei"/>
              </a:rPr>
              <a:t>数据家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b["</a:t>
            </a:r>
            <a:r>
              <a:rPr>
                <a:latin typeface="Microsoft YaHei"/>
                <a:ea typeface="Microsoft YaHei"/>
                <a:cs typeface="Microsoft YaHei"/>
              </a:rPr>
              <a:t>你只和</a:t>
            </a:r>
            <a:r>
              <a:rPr>
                <a:latin typeface="Montserrat"/>
                <a:ea typeface="Montserrat"/>
                <a:cs typeface="Montserrat"/>
              </a:rPr>
              <a:t> a </a:t>
            </a:r>
            <a:r>
              <a:rPr>
                <a:latin typeface="Microsoft YaHei"/>
                <a:ea typeface="Microsoft YaHei"/>
                <a:cs typeface="Microsoft YaHei"/>
              </a:rPr>
              <a:t>对话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核心只是几份</a:t>
            </a:r>
            <a:r>
              <a:rPr>
                <a:latin typeface="Montserrat"/>
                <a:ea typeface="Montserrat"/>
                <a:cs typeface="Montserrat"/>
              </a:rPr>
              <a:t> Markdown </a:t>
            </a:r>
            <a:r>
              <a:rPr>
                <a:latin typeface="Microsoft YaHei"/>
                <a:ea typeface="Microsoft YaHei"/>
                <a:cs typeface="Microsoft YaHei"/>
              </a:rPr>
              <a:t>规则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f["</a:t>
            </a:r>
            <a:r>
              <a:rPr>
                <a:latin typeface="Microsoft YaHei"/>
                <a:ea typeface="Microsoft YaHei"/>
                <a:cs typeface="Microsoft YaHei"/>
              </a:rPr>
              <a:t>试用版</a:t>
            </a:r>
            <a:r>
              <a:rPr>
                <a:latin typeface="Montserrat"/>
                <a:ea typeface="Montserrat"/>
                <a:cs typeface="Montserrat"/>
              </a:rPr>
              <a:t> 0.4.3"]:3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ttl fill:#FFFFFF,stroke:#57068C,color:#330662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col fill:#EEE6F3,stroke:#57068C,color:#330662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note fill:#F2F2F2,stroke:#B8B8B8,color:#404040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t ttl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s1,s2,s3 col</a:t>
            </a: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b,f note</a:t>
            </a: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，章节「为什么」。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docs/slides-draft/P02.mmd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block-beta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columns 5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t["</a:t>
            </a:r>
            <a:r>
              <a:rPr>
                <a:latin typeface="Microsoft YaHei"/>
                <a:ea typeface="Microsoft YaHei"/>
                <a:cs typeface="Microsoft YaHei"/>
              </a:rPr>
              <a:t>同一个助手自己给自己打分</a:t>
            </a:r>
            <a:r>
              <a:rPr>
                <a:latin typeface="Montserrat"/>
                <a:ea typeface="Montserrat"/>
                <a:cs typeface="Montserrat"/>
              </a:rPr>
              <a:t>"]:5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l["</a:t>
            </a:r>
            <a:r>
              <a:rPr>
                <a:latin typeface="Microsoft YaHei"/>
                <a:ea typeface="Microsoft YaHei"/>
                <a:cs typeface="Microsoft YaHei"/>
              </a:rPr>
              <a:t>一个助手身兼四职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想方案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写代码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自己验收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挑毛病的人也在替你做决定</a:t>
            </a:r>
            <a:r>
              <a:rPr>
                <a:latin typeface="Montserrat"/>
                <a:ea typeface="Montserrat"/>
                <a:cs typeface="Montserrat"/>
              </a:rPr>
              <a:t>"]:2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arrow&lt;["</a:t>
            </a:r>
            <a:r>
              <a:rPr>
                <a:latin typeface="Microsoft YaHei"/>
                <a:ea typeface="Microsoft YaHei"/>
                <a:cs typeface="Microsoft YaHei"/>
              </a:rPr>
              <a:t>拆开</a:t>
            </a:r>
            <a:r>
              <a:rPr>
                <a:latin typeface="Montserrat"/>
                <a:ea typeface="Montserrat"/>
                <a:cs typeface="Montserrat"/>
              </a:rPr>
              <a:t>"]&gt;(right):1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r["</a:t>
            </a:r>
            <a:r>
              <a:rPr>
                <a:latin typeface="Microsoft YaHei"/>
                <a:ea typeface="Microsoft YaHei"/>
                <a:cs typeface="Microsoft YaHei"/>
              </a:rPr>
              <a:t>每次只戴一个主角色</a:t>
            </a:r>
            <a:r>
              <a:rPr>
                <a:latin typeface="Montserrat"/>
                <a:ea typeface="Montserrat"/>
                <a:cs typeface="Montserrat"/>
              </a:rPr>
              <a:t>&lt;br/&gt;s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ontserrat"/>
                <a:ea typeface="Montserrat"/>
                <a:cs typeface="Montserrat"/>
              </a:rPr>
              <a:t> a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ontserrat"/>
                <a:ea typeface="Montserrat"/>
                <a:cs typeface="Montserrat"/>
              </a:rPr>
              <a:t> e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ontserrat"/>
                <a:ea typeface="Montserrat"/>
                <a:cs typeface="Montserrat"/>
              </a:rPr>
              <a:t> c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ontserrat"/>
                <a:ea typeface="Montserrat"/>
                <a:cs typeface="Montserrat"/>
              </a:rPr>
              <a:t> d"]:2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f["</a:t>
            </a:r>
            <a:r>
              <a:rPr>
                <a:latin typeface="Microsoft YaHei"/>
                <a:ea typeface="Microsoft YaHei"/>
                <a:cs typeface="Microsoft YaHei"/>
              </a:rPr>
              <a:t>结论：先分工，再谈谁做得更好</a:t>
            </a:r>
            <a:r>
              <a:rPr>
                <a:latin typeface="Montserrat"/>
                <a:ea typeface="Montserrat"/>
                <a:cs typeface="Montserrat"/>
              </a:rPr>
              <a:t>"]:5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ttl fill:#FFFFFF,stroke:#57068C,color:#330662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bad fill:#F2F2F2,stroke:#B8B8B8,color:#404040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good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t ttl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l bad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r good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，章节「为什么」。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docs/slides-draft/P03.mmd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block-beta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columns 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t["</a:t>
            </a:r>
            <a:r>
              <a:rPr>
                <a:latin typeface="Microsoft YaHei"/>
                <a:ea typeface="Microsoft YaHei"/>
                <a:cs typeface="Microsoft YaHei"/>
              </a:rPr>
              <a:t>分工靠态度，不靠知道多少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a["a </a:t>
            </a:r>
            <a:r>
              <a:rPr>
                <a:latin typeface="Microsoft YaHei"/>
                <a:ea typeface="Microsoft YaHei"/>
                <a:cs typeface="Microsoft YaHei"/>
              </a:rPr>
              <a:t>建筑师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觉得该怎么做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决定、判定合格与否</a:t>
            </a:r>
            <a:r>
              <a:rPr>
                <a:latin typeface="Montserrat"/>
                <a:ea typeface="Montserrat"/>
                <a:cs typeface="Montserrat"/>
              </a:rPr>
              <a:t>"] c["c </a:t>
            </a:r>
            <a:r>
              <a:rPr>
                <a:latin typeface="Microsoft YaHei"/>
                <a:ea typeface="Microsoft YaHei"/>
                <a:cs typeface="Microsoft YaHei"/>
              </a:rPr>
              <a:t>批判者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挑毛病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独立上下文，没有否决权</a:t>
            </a:r>
            <a:r>
              <a:rPr>
                <a:latin typeface="Montserrat"/>
                <a:ea typeface="Montserrat"/>
                <a:cs typeface="Montserrat"/>
              </a:rPr>
              <a:t>"] e["e </a:t>
            </a:r>
            <a:r>
              <a:rPr>
                <a:latin typeface="Microsoft YaHei"/>
                <a:ea typeface="Microsoft YaHei"/>
                <a:cs typeface="Microsoft YaHei"/>
              </a:rPr>
              <a:t>工程师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照约定做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实现、测量、交付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n["</a:t>
            </a:r>
            <a:r>
              <a:rPr>
                <a:latin typeface="Microsoft YaHei"/>
                <a:ea typeface="Microsoft YaHei"/>
                <a:cs typeface="Microsoft YaHei"/>
              </a:rPr>
              <a:t>回答里谁越界了，一眼能看出来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ttl fill:#FFFFFF,stroke:#57068C,color:#330662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core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side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t ttl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a core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c,e side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，章节「设计取向」。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docs/slides-draft/P04.mmd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block-beta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columns 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t["</a:t>
            </a:r>
            <a:r>
              <a:rPr>
                <a:latin typeface="Microsoft YaHei"/>
                <a:ea typeface="Microsoft YaHei"/>
                <a:cs typeface="Microsoft YaHei"/>
              </a:rPr>
              <a:t>设计取向</a:t>
            </a:r>
            <a:r>
              <a:rPr>
                <a:latin typeface="Montserrat"/>
                <a:ea typeface="Montserrat"/>
                <a:cs typeface="Montserrat"/>
              </a:rPr>
              <a:t>"]:2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k1["</a:t>
            </a:r>
            <a:r>
              <a:rPr>
                <a:latin typeface="Microsoft YaHei"/>
                <a:ea typeface="Microsoft YaHei"/>
                <a:cs typeface="Microsoft YaHei"/>
              </a:rPr>
              <a:t>质量优先，不追求速度</a:t>
            </a:r>
            <a:r>
              <a:rPr>
                <a:latin typeface="Montserrat"/>
                <a:ea typeface="Montserrat"/>
                <a:cs typeface="Montserrat"/>
              </a:rPr>
              <a:t>"] v1["</a:t>
            </a:r>
            <a:r>
              <a:rPr>
                <a:latin typeface="Microsoft YaHei"/>
                <a:ea typeface="Microsoft YaHei"/>
                <a:cs typeface="Microsoft YaHei"/>
              </a:rPr>
              <a:t>用</a:t>
            </a:r>
            <a:r>
              <a:rPr>
                <a:latin typeface="Montserrat"/>
                <a:ea typeface="Montserrat"/>
                <a:cs typeface="Montserrat"/>
              </a:rPr>
              <a:t> token </a:t>
            </a:r>
            <a:r>
              <a:rPr>
                <a:latin typeface="Microsoft YaHei"/>
                <a:ea typeface="Microsoft YaHei"/>
                <a:cs typeface="Microsoft YaHei"/>
              </a:rPr>
              <a:t>和预先设定的边界，换更高的质量与更自动的流程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k2["</a:t>
            </a:r>
            <a:r>
              <a:rPr>
                <a:latin typeface="Microsoft YaHei"/>
                <a:ea typeface="Microsoft YaHei"/>
                <a:cs typeface="Microsoft YaHei"/>
              </a:rPr>
              <a:t>用规则，不扭曲</a:t>
            </a:r>
            <a:r>
              <a:rPr>
                <a:latin typeface="Montserrat"/>
                <a:ea typeface="Montserrat"/>
                <a:cs typeface="Montserrat"/>
              </a:rPr>
              <a:t> agent"] v2["prompt </a:t>
            </a:r>
            <a:r>
              <a:rPr>
                <a:latin typeface="Microsoft YaHei"/>
                <a:ea typeface="Microsoft YaHei"/>
                <a:cs typeface="Microsoft YaHei"/>
              </a:rPr>
              <a:t>精简，只写谁做什么、什么不能做、记录放哪；只依赖能读文件的</a:t>
            </a:r>
            <a:r>
              <a:rPr>
                <a:latin typeface="Montserrat"/>
                <a:ea typeface="Montserrat"/>
                <a:cs typeface="Montserrat"/>
              </a:rPr>
              <a:t> agent"]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k3["</a:t>
            </a:r>
            <a:r>
              <a:rPr>
                <a:latin typeface="Microsoft YaHei"/>
                <a:ea typeface="Microsoft YaHei"/>
                <a:cs typeface="Microsoft YaHei"/>
              </a:rPr>
              <a:t>刚性规则保证</a:t>
            </a:r>
            <a:r>
              <a:rPr>
                <a:latin typeface="Montserrat"/>
                <a:ea typeface="Montserrat"/>
                <a:cs typeface="Montserrat"/>
              </a:rPr>
              <a:t> s </a:t>
            </a:r>
            <a:r>
              <a:rPr>
                <a:latin typeface="Microsoft YaHei"/>
                <a:ea typeface="Microsoft YaHei"/>
                <a:cs typeface="Microsoft YaHei"/>
              </a:rPr>
              <a:t>的新意</a:t>
            </a:r>
            <a:r>
              <a:rPr>
                <a:latin typeface="Montserrat"/>
                <a:ea typeface="Montserrat"/>
                <a:cs typeface="Montserrat"/>
              </a:rPr>
              <a:t>"] v3["s </a:t>
            </a:r>
            <a:r>
              <a:rPr>
                <a:latin typeface="Microsoft YaHei"/>
                <a:ea typeface="Microsoft YaHei"/>
                <a:cs typeface="Microsoft YaHei"/>
              </a:rPr>
              <a:t>先读</a:t>
            </a:r>
            <a:r>
              <a:rPr>
                <a:latin typeface="Montserrat"/>
                <a:ea typeface="Montserrat"/>
                <a:cs typeface="Montserrat"/>
              </a:rPr>
              <a:t> options.md</a:t>
            </a:r>
            <a:r>
              <a:rPr>
                <a:latin typeface="Microsoft YaHei"/>
                <a:ea typeface="Microsoft YaHei"/>
                <a:cs typeface="Microsoft YaHei"/>
              </a:rPr>
              <a:t>，新方向不与已有条目重复，并写三次变招；看文件就能核对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k4["</a:t>
            </a:r>
            <a:r>
              <a:rPr>
                <a:latin typeface="Microsoft YaHei"/>
                <a:ea typeface="Microsoft YaHei"/>
                <a:cs typeface="Microsoft YaHei"/>
              </a:rPr>
              <a:t>搭积木</a:t>
            </a:r>
            <a:r>
              <a:rPr>
                <a:latin typeface="Montserrat"/>
                <a:ea typeface="Montserrat"/>
                <a:cs typeface="Montserrat"/>
              </a:rPr>
              <a:t>"] v4["</a:t>
            </a:r>
            <a:r>
              <a:rPr>
                <a:latin typeface="Microsoft YaHei"/>
                <a:ea typeface="Microsoft YaHei"/>
                <a:cs typeface="Microsoft YaHei"/>
              </a:rPr>
              <a:t>系统核心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习惯包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项目层，可单用也可组合；有预设工作流，也自由组合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k5["</a:t>
            </a:r>
            <a:r>
              <a:rPr>
                <a:latin typeface="Microsoft YaHei"/>
                <a:ea typeface="Microsoft YaHei"/>
                <a:cs typeface="Microsoft YaHei"/>
              </a:rPr>
              <a:t>名字也有规范</a:t>
            </a:r>
            <a:r>
              <a:rPr>
                <a:latin typeface="Montserrat"/>
                <a:ea typeface="Montserrat"/>
                <a:cs typeface="Montserrat"/>
              </a:rPr>
              <a:t>"] v5["</a:t>
            </a:r>
            <a:r>
              <a:rPr>
                <a:latin typeface="Microsoft YaHei"/>
                <a:ea typeface="Microsoft YaHei"/>
                <a:cs typeface="Microsoft YaHei"/>
              </a:rPr>
              <a:t>习惯包规定</a:t>
            </a:r>
            <a:r>
              <a:rPr>
                <a:latin typeface="Montserrat"/>
                <a:ea typeface="Montserrat"/>
                <a:cs typeface="Montserrat"/>
              </a:rPr>
              <a:t> session </a:t>
            </a:r>
            <a:r>
              <a:rPr>
                <a:latin typeface="Microsoft YaHei"/>
                <a:ea typeface="Microsoft YaHei"/>
                <a:cs typeface="Microsoft YaHei"/>
              </a:rPr>
              <a:t>命名：角色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实例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任务编号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项目名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ttl fill:#FFFFFF,stroke:#57068C,color:#330662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key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box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t ttl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k1,k2,k3,k4,k5 key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v1,v2,v3,v4,v5 box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，章节「五个面具」。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docs/slides-draft/P05.mmd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block-beta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columns 4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t["</a:t>
            </a:r>
            <a:r>
              <a:rPr>
                <a:latin typeface="Microsoft YaHei"/>
                <a:ea typeface="Microsoft YaHei"/>
                <a:cs typeface="Microsoft YaHei"/>
              </a:rPr>
              <a:t>五个面具</a:t>
            </a:r>
            <a:r>
              <a:rPr>
                <a:latin typeface="Montserrat"/>
                <a:ea typeface="Montserrat"/>
                <a:cs typeface="Montserrat"/>
              </a:rPr>
              <a:t>"]:4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a["a </a:t>
            </a:r>
            <a:r>
              <a:rPr>
                <a:latin typeface="Microsoft YaHei"/>
                <a:ea typeface="Microsoft YaHei"/>
                <a:cs typeface="Microsoft YaHei"/>
              </a:rPr>
              <a:t>建筑师（对话入口）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先弄清现状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提计划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取舍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判定合格与否</a:t>
            </a:r>
            <a:r>
              <a:rPr>
                <a:latin typeface="Montserrat"/>
                <a:ea typeface="Montserrat"/>
                <a:cs typeface="Montserrat"/>
              </a:rPr>
              <a:t>"]:4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s["s </a:t>
            </a:r>
            <a:r>
              <a:rPr>
                <a:latin typeface="Microsoft YaHei"/>
                <a:ea typeface="Microsoft YaHei"/>
                <a:cs typeface="Microsoft YaHei"/>
              </a:rPr>
              <a:t>探索者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提方向，每个方向写三次变招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先读</a:t>
            </a:r>
            <a:r>
              <a:rPr>
                <a:latin typeface="Montserrat"/>
                <a:ea typeface="Montserrat"/>
                <a:cs typeface="Montserrat"/>
              </a:rPr>
              <a:t> options</a:t>
            </a:r>
            <a:r>
              <a:rPr>
                <a:latin typeface="Microsoft YaHei"/>
                <a:ea typeface="Microsoft YaHei"/>
                <a:cs typeface="Microsoft YaHei"/>
              </a:rPr>
              <a:t>，不与已有方向重复</a:t>
            </a:r>
            <a:r>
              <a:rPr>
                <a:latin typeface="Montserrat"/>
                <a:ea typeface="Montserrat"/>
                <a:cs typeface="Montserrat"/>
              </a:rPr>
              <a:t>"] e["e </a:t>
            </a:r>
            <a:r>
              <a:rPr>
                <a:latin typeface="Microsoft YaHei"/>
                <a:ea typeface="Microsoft YaHei"/>
                <a:cs typeface="Microsoft YaHei"/>
              </a:rPr>
              <a:t>工程师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照约定实现、测量、验证、交付</a:t>
            </a:r>
            <a:r>
              <a:rPr>
                <a:latin typeface="Montserrat"/>
                <a:ea typeface="Montserrat"/>
                <a:cs typeface="Montserrat"/>
              </a:rPr>
              <a:t>"] c["c </a:t>
            </a:r>
            <a:r>
              <a:rPr>
                <a:latin typeface="Microsoft YaHei"/>
                <a:ea typeface="Microsoft YaHei"/>
                <a:cs typeface="Microsoft YaHei"/>
              </a:rPr>
              <a:t>批判者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独立审查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指出可能错在哪，没有否决权</a:t>
            </a:r>
            <a:r>
              <a:rPr>
                <a:latin typeface="Montserrat"/>
                <a:ea typeface="Montserrat"/>
                <a:cs typeface="Montserrat"/>
              </a:rPr>
              <a:t>"] d["d </a:t>
            </a:r>
            <a:r>
              <a:rPr>
                <a:latin typeface="Microsoft YaHei"/>
                <a:ea typeface="Microsoft YaHei"/>
                <a:cs typeface="Microsoft YaHei"/>
              </a:rPr>
              <a:t>数据家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找资料、核来源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每条带链接，无来源的标注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ttl fill:#FFFFFF,stroke:#57068C,color:#330662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core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side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t ttl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a core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s,e,c,d side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，章节「它们怎么协作」。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docs/slides-draft/P06.mmd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flowchart TB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U["</a:t>
            </a:r>
            <a:r>
              <a:rPr>
                <a:latin typeface="Microsoft YaHei"/>
                <a:ea typeface="Microsoft YaHei"/>
                <a:cs typeface="Microsoft YaHei"/>
              </a:rPr>
              <a:t>你</a:t>
            </a:r>
            <a:r>
              <a:rPr>
                <a:latin typeface="Microsoft YaHei"/>
                <a:ea typeface="Microsoft YaHei"/>
                <a:cs typeface="Microsoft YaHei"/>
              </a:rPr>
              <a:t>"] --&gt;|"</a:t>
            </a:r>
            <a:r>
              <a:rPr>
                <a:latin typeface="Microsoft YaHei"/>
                <a:ea typeface="Microsoft YaHei"/>
                <a:cs typeface="Microsoft YaHei"/>
              </a:rPr>
              <a:t>默认入口</a:t>
            </a:r>
            <a:r>
              <a:rPr>
                <a:latin typeface="Montserrat"/>
                <a:ea typeface="Montserrat"/>
                <a:cs typeface="Montserrat"/>
              </a:rPr>
              <a:t>"| A["a </a:t>
            </a:r>
            <a:r>
              <a:rPr>
                <a:latin typeface="Microsoft YaHei"/>
                <a:ea typeface="Microsoft YaHei"/>
                <a:cs typeface="Microsoft YaHei"/>
              </a:rPr>
              <a:t>建筑师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弄清现状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提计划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取舍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判定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A --&gt;|"</a:t>
            </a:r>
            <a:r>
              <a:rPr>
                <a:latin typeface="Microsoft YaHei"/>
                <a:ea typeface="Microsoft YaHei"/>
                <a:cs typeface="Microsoft YaHei"/>
              </a:rPr>
              <a:t>不满意</a:t>
            </a:r>
            <a:r>
              <a:rPr>
                <a:latin typeface="Microsoft YaHei"/>
                <a:ea typeface="Microsoft YaHei"/>
                <a:cs typeface="Microsoft YaHei"/>
              </a:rPr>
              <a:t> / </a:t>
            </a:r>
            <a:r>
              <a:rPr>
                <a:latin typeface="Microsoft YaHei"/>
                <a:ea typeface="Microsoft YaHei"/>
                <a:cs typeface="Microsoft YaHei"/>
              </a:rPr>
              <a:t>要更多方向</a:t>
            </a:r>
            <a:r>
              <a:rPr>
                <a:latin typeface="Montserrat"/>
                <a:ea typeface="Montserrat"/>
                <a:cs typeface="Montserrat"/>
              </a:rPr>
              <a:t>"| S["s </a:t>
            </a:r>
            <a:r>
              <a:rPr>
                <a:latin typeface="Microsoft YaHei"/>
                <a:ea typeface="Microsoft YaHei"/>
                <a:cs typeface="Microsoft YaHei"/>
              </a:rPr>
              <a:t>探索者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提方向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附三次变招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A --&gt;|"</a:t>
            </a:r>
            <a:r>
              <a:rPr>
                <a:latin typeface="Microsoft YaHei"/>
                <a:ea typeface="Microsoft YaHei"/>
                <a:cs typeface="Microsoft YaHei"/>
              </a:rPr>
              <a:t>需要资料</a:t>
            </a:r>
            <a:r>
              <a:rPr>
                <a:latin typeface="Montserrat"/>
                <a:ea typeface="Montserrat"/>
                <a:cs typeface="Montserrat"/>
              </a:rPr>
              <a:t>"| D["d </a:t>
            </a:r>
            <a:r>
              <a:rPr>
                <a:latin typeface="Microsoft YaHei"/>
                <a:ea typeface="Microsoft YaHei"/>
                <a:cs typeface="Microsoft YaHei"/>
              </a:rPr>
              <a:t>数据家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找资料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A --&gt;|"</a:t>
            </a:r>
            <a:r>
              <a:rPr>
                <a:latin typeface="Microsoft YaHei"/>
                <a:ea typeface="Microsoft YaHei"/>
                <a:cs typeface="Microsoft YaHei"/>
              </a:rPr>
              <a:t>交给实施</a:t>
            </a:r>
            <a:r>
              <a:rPr>
                <a:latin typeface="Montserrat"/>
                <a:ea typeface="Montserrat"/>
                <a:cs typeface="Montserrat"/>
              </a:rPr>
              <a:t>"| E["e </a:t>
            </a:r>
            <a:r>
              <a:rPr>
                <a:latin typeface="Microsoft YaHei"/>
                <a:ea typeface="Microsoft YaHei"/>
                <a:cs typeface="Microsoft YaHei"/>
              </a:rPr>
              <a:t>工程师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实现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A --&gt;|"</a:t>
            </a:r>
            <a:r>
              <a:rPr>
                <a:latin typeface="Microsoft YaHei"/>
                <a:ea typeface="Microsoft YaHei"/>
                <a:cs typeface="Microsoft YaHei"/>
              </a:rPr>
              <a:t>送审</a:t>
            </a:r>
            <a:r>
              <a:rPr>
                <a:latin typeface="Montserrat"/>
                <a:ea typeface="Montserrat"/>
                <a:cs typeface="Montserrat"/>
              </a:rPr>
              <a:t>"| C["c </a:t>
            </a:r>
            <a:r>
              <a:rPr>
                <a:latin typeface="Microsoft YaHei"/>
                <a:ea typeface="Microsoft YaHei"/>
                <a:cs typeface="Microsoft YaHei"/>
              </a:rPr>
              <a:t>批判者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独立审查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 --&gt;|"</a:t>
            </a:r>
            <a:r>
              <a:rPr>
                <a:latin typeface="Microsoft YaHei"/>
                <a:ea typeface="Microsoft YaHei"/>
                <a:cs typeface="Microsoft YaHei"/>
              </a:rPr>
              <a:t>条件逐项标注</a:t>
            </a:r>
            <a:r>
              <a:rPr>
                <a:latin typeface="Montserrat"/>
                <a:ea typeface="Montserrat"/>
                <a:cs typeface="Montserrat"/>
              </a:rPr>
              <a:t>"| 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D --&gt;|"</a:t>
            </a:r>
            <a:r>
              <a:rPr>
                <a:latin typeface="Microsoft YaHei"/>
                <a:ea typeface="Microsoft YaHei"/>
                <a:cs typeface="Microsoft YaHei"/>
              </a:rPr>
              <a:t>资料与来源</a:t>
            </a:r>
            <a:r>
              <a:rPr>
                <a:latin typeface="Montserrat"/>
                <a:ea typeface="Montserrat"/>
                <a:cs typeface="Montserrat"/>
              </a:rPr>
              <a:t>"| 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E --&gt;|"</a:t>
            </a:r>
            <a:r>
              <a:rPr>
                <a:latin typeface="Microsoft YaHei"/>
                <a:ea typeface="Microsoft YaHei"/>
                <a:cs typeface="Microsoft YaHei"/>
              </a:rPr>
              <a:t>回报</a:t>
            </a:r>
            <a:r>
              <a:rPr>
                <a:latin typeface="Montserrat"/>
                <a:ea typeface="Montserrat"/>
                <a:cs typeface="Montserrat"/>
              </a:rPr>
              <a:t>"| 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 --&gt;|"</a:t>
            </a:r>
            <a:r>
              <a:rPr>
                <a:latin typeface="Microsoft YaHei"/>
                <a:ea typeface="Microsoft YaHei"/>
                <a:cs typeface="Microsoft YaHei"/>
              </a:rPr>
              <a:t>阻断</a:t>
            </a:r>
            <a:r>
              <a:rPr>
                <a:latin typeface="Microsoft YaHei"/>
                <a:ea typeface="Microsoft YaHei"/>
                <a:cs typeface="Microsoft YaHei"/>
              </a:rPr>
              <a:t> / </a:t>
            </a:r>
            <a:r>
              <a:rPr>
                <a:latin typeface="Microsoft YaHei"/>
                <a:ea typeface="Microsoft YaHei"/>
                <a:cs typeface="Microsoft YaHei"/>
              </a:rPr>
              <a:t>建议</a:t>
            </a:r>
            <a:r>
              <a:rPr>
                <a:latin typeface="Montserrat"/>
                <a:ea typeface="Montserrat"/>
                <a:cs typeface="Montserrat"/>
              </a:rPr>
              <a:t>"| 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core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side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A core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S,D,E,C side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，章节「一眼看懂的用法；附件循环说明」。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docs/slides-draft/P07.mmd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flowchart LR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G["1 </a:t>
            </a:r>
            <a:r>
              <a:rPr>
                <a:latin typeface="Microsoft YaHei"/>
                <a:ea typeface="Microsoft YaHei"/>
                <a:cs typeface="Microsoft YaHei"/>
              </a:rPr>
              <a:t>定目标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你或</a:t>
            </a:r>
            <a:r>
              <a:rPr>
                <a:latin typeface="Montserrat"/>
                <a:ea typeface="Montserrat"/>
                <a:cs typeface="Montserrat"/>
              </a:rPr>
              <a:t> a </a:t>
            </a:r>
            <a:r>
              <a:rPr>
                <a:latin typeface="Microsoft YaHei"/>
                <a:ea typeface="Microsoft YaHei"/>
                <a:cs typeface="Microsoft YaHei"/>
              </a:rPr>
              <a:t>写下目标与可行判据</a:t>
            </a:r>
            <a:r>
              <a:rPr>
                <a:latin typeface="Montserrat"/>
                <a:ea typeface="Montserrat"/>
                <a:cs typeface="Montserrat"/>
              </a:rPr>
              <a:t>"] --&gt; S["2 s </a:t>
            </a:r>
            <a:r>
              <a:rPr>
                <a:latin typeface="Microsoft YaHei"/>
                <a:ea typeface="Microsoft YaHei"/>
                <a:cs typeface="Microsoft YaHei"/>
              </a:rPr>
              <a:t>提方向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先读</a:t>
            </a:r>
            <a:r>
              <a:rPr>
                <a:latin typeface="Montserrat"/>
                <a:ea typeface="Montserrat"/>
                <a:cs typeface="Montserrat"/>
              </a:rPr>
              <a:t> options</a:t>
            </a:r>
            <a:r>
              <a:rPr>
                <a:latin typeface="Microsoft YaHei"/>
                <a:ea typeface="Microsoft YaHei"/>
                <a:cs typeface="Microsoft YaHei"/>
              </a:rPr>
              <a:t>，不重复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条件逐项标注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·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三次变招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 --&gt; D["3 d </a:t>
            </a:r>
            <a:r>
              <a:rPr>
                <a:latin typeface="Microsoft YaHei"/>
                <a:ea typeface="Microsoft YaHei"/>
                <a:cs typeface="Microsoft YaHei"/>
              </a:rPr>
              <a:t>查资料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每个说法带来源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D --&gt; J["4 a </a:t>
            </a:r>
            <a:r>
              <a:rPr>
                <a:latin typeface="Microsoft YaHei"/>
                <a:ea typeface="Microsoft YaHei"/>
                <a:cs typeface="Microsoft YaHei"/>
              </a:rPr>
              <a:t>评判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追问每个方向有几种执行可能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J --&gt;|"</a:t>
            </a:r>
            <a:r>
              <a:rPr>
                <a:latin typeface="Microsoft YaHei"/>
                <a:ea typeface="Microsoft YaHei"/>
                <a:cs typeface="Microsoft YaHei"/>
              </a:rPr>
              <a:t>通过</a:t>
            </a:r>
            <a:r>
              <a:rPr>
                <a:latin typeface="Montserrat"/>
                <a:ea typeface="Montserrat"/>
                <a:cs typeface="Montserrat"/>
              </a:rPr>
              <a:t>"| P["</a:t>
            </a:r>
            <a:r>
              <a:rPr>
                <a:latin typeface="Microsoft YaHei"/>
                <a:ea typeface="Microsoft YaHei"/>
                <a:cs typeface="Microsoft YaHei"/>
              </a:rPr>
              <a:t>记入</a:t>
            </a:r>
            <a:r>
              <a:rPr>
                <a:latin typeface="Montserrat"/>
                <a:ea typeface="Montserrat"/>
                <a:cs typeface="Montserrat"/>
              </a:rPr>
              <a:t> options&lt;br/&gt;a </a:t>
            </a:r>
            <a:r>
              <a:rPr>
                <a:latin typeface="Microsoft YaHei"/>
                <a:ea typeface="Microsoft YaHei"/>
                <a:cs typeface="Microsoft YaHei"/>
              </a:rPr>
              <a:t>可据此提计划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J --&gt;|"</a:t>
            </a:r>
            <a:r>
              <a:rPr>
                <a:latin typeface="Microsoft YaHei"/>
                <a:ea typeface="Microsoft YaHei"/>
                <a:cs typeface="Microsoft YaHei"/>
              </a:rPr>
              <a:t>不通过：先按变招改，三次用完回到</a:t>
            </a:r>
            <a:r>
              <a:rPr>
                <a:latin typeface="Montserrat"/>
                <a:ea typeface="Montserrat"/>
                <a:cs typeface="Montserrat"/>
              </a:rPr>
              <a:t> 2</a:t>
            </a:r>
            <a:r>
              <a:rPr>
                <a:latin typeface="Microsoft YaHei"/>
                <a:ea typeface="Microsoft YaHei"/>
                <a:cs typeface="Microsoft YaHei"/>
              </a:rPr>
              <a:t>，最多两轮</a:t>
            </a:r>
            <a:r>
              <a:rPr>
                <a:latin typeface="Montserrat"/>
                <a:ea typeface="Montserrat"/>
                <a:cs typeface="Montserrat"/>
              </a:rPr>
              <a:t>"| S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J --&gt;|"</a:t>
            </a:r>
            <a:r>
              <a:rPr>
                <a:latin typeface="Microsoft YaHei"/>
                <a:ea typeface="Microsoft YaHei"/>
                <a:cs typeface="Microsoft YaHei"/>
              </a:rPr>
              <a:t>两轮仍不通过</a:t>
            </a:r>
            <a:r>
              <a:rPr>
                <a:latin typeface="Montserrat"/>
                <a:ea typeface="Montserrat"/>
                <a:cs typeface="Montserrat"/>
              </a:rPr>
              <a:t>"| R["a </a:t>
            </a:r>
            <a:r>
              <a:rPr>
                <a:latin typeface="Microsoft YaHei"/>
                <a:ea typeface="Microsoft YaHei"/>
                <a:cs typeface="Microsoft YaHei"/>
              </a:rPr>
              <a:t>自己提计划并向你汇报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由你决定继续或重定目标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key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box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J,R key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G,S,D,P box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，章节「它们怎么协作；附件管理文件说明」。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docs/slides-draft/P08.mmd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flowchart LR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subgraph collector["d </a:t>
            </a:r>
            <a:r>
              <a:rPr>
                <a:latin typeface="Microsoft YaHei"/>
                <a:ea typeface="Microsoft YaHei"/>
                <a:cs typeface="Microsoft YaHei"/>
              </a:rPr>
              <a:t>维护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  DC["data_collected.md&lt;br/&gt;</a:t>
            </a:r>
            <a:r>
              <a:rPr>
                <a:latin typeface="Microsoft YaHei"/>
                <a:ea typeface="Microsoft YaHei"/>
                <a:cs typeface="Microsoft YaHei"/>
              </a:rPr>
              <a:t>资料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end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subgraph seeker["s </a:t>
            </a:r>
            <a:r>
              <a:rPr>
                <a:latin typeface="Microsoft YaHei"/>
                <a:ea typeface="Microsoft YaHei"/>
                <a:cs typeface="Microsoft YaHei"/>
              </a:rPr>
              <a:t>与</a:t>
            </a:r>
            <a:r>
              <a:rPr>
                <a:latin typeface="Montserrat"/>
                <a:ea typeface="Montserrat"/>
                <a:cs typeface="Montserrat"/>
              </a:rPr>
              <a:t> a </a:t>
            </a:r>
            <a:r>
              <a:rPr>
                <a:latin typeface="Microsoft YaHei"/>
                <a:ea typeface="Microsoft YaHei"/>
                <a:cs typeface="Microsoft YaHei"/>
              </a:rPr>
              <a:t>都可写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  OP["options.md&lt;br/&gt;</a:t>
            </a:r>
            <a:r>
              <a:rPr>
                <a:latin typeface="Microsoft YaHei"/>
                <a:ea typeface="Microsoft YaHei"/>
                <a:cs typeface="Microsoft YaHei"/>
              </a:rPr>
              <a:t>选项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end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subgraph architect["a </a:t>
            </a:r>
            <a:r>
              <a:rPr>
                <a:latin typeface="Microsoft YaHei"/>
                <a:ea typeface="Microsoft YaHei"/>
                <a:cs typeface="Microsoft YaHei"/>
              </a:rPr>
              <a:t>维护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  P["plan.md&lt;br/&gt;</a:t>
            </a:r>
            <a:r>
              <a:rPr>
                <a:latin typeface="Microsoft YaHei"/>
                <a:ea typeface="Microsoft YaHei"/>
                <a:cs typeface="Microsoft YaHei"/>
              </a:rPr>
              <a:t>计划森林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  H["plan_history.md&lt;br/&gt;</a:t>
            </a:r>
            <a:r>
              <a:rPr>
                <a:latin typeface="Microsoft YaHei"/>
                <a:ea typeface="Microsoft YaHei"/>
                <a:cs typeface="Microsoft YaHei"/>
              </a:rPr>
              <a:t>已完结的计划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  O["outline.md&lt;br/&gt;</a:t>
            </a:r>
            <a:r>
              <a:rPr>
                <a:latin typeface="Microsoft YaHei"/>
                <a:ea typeface="Microsoft YaHei"/>
                <a:cs typeface="Microsoft YaHei"/>
              </a:rPr>
              <a:t>大纲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  B["backlogs.md&lt;br/&gt;</a:t>
            </a:r>
            <a:r>
              <a:rPr>
                <a:latin typeface="Microsoft YaHei"/>
                <a:ea typeface="Microsoft YaHei"/>
                <a:cs typeface="Microsoft YaHei"/>
              </a:rPr>
              <a:t>待办（</a:t>
            </a:r>
            <a:r>
              <a:rPr>
                <a:latin typeface="Montserrat"/>
                <a:ea typeface="Montserrat"/>
                <a:cs typeface="Montserrat"/>
              </a:rPr>
              <a:t>e </a:t>
            </a:r>
            <a:r>
              <a:rPr>
                <a:latin typeface="Microsoft YaHei"/>
                <a:ea typeface="Microsoft YaHei"/>
                <a:cs typeface="Microsoft YaHei"/>
              </a:rPr>
              <a:t>也可更新）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end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DC --&gt;|"</a:t>
            </a:r>
            <a:r>
              <a:rPr>
                <a:latin typeface="Microsoft YaHei"/>
                <a:ea typeface="Microsoft YaHei"/>
                <a:cs typeface="Microsoft YaHei"/>
              </a:rPr>
              <a:t>支撑</a:t>
            </a:r>
            <a:r>
              <a:rPr>
                <a:latin typeface="Montserrat"/>
                <a:ea typeface="Montserrat"/>
                <a:cs typeface="Montserrat"/>
              </a:rPr>
              <a:t>"| OP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OP --&gt;|"</a:t>
            </a:r>
            <a:r>
              <a:rPr>
                <a:latin typeface="Microsoft YaHei"/>
                <a:ea typeface="Microsoft YaHei"/>
                <a:cs typeface="Microsoft YaHei"/>
              </a:rPr>
              <a:t>通过的方向</a:t>
            </a:r>
            <a:r>
              <a:rPr>
                <a:latin typeface="Montserrat"/>
                <a:ea typeface="Montserrat"/>
                <a:cs typeface="Montserrat"/>
              </a:rPr>
              <a:t>"| P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P --&gt;|"</a:t>
            </a:r>
            <a:r>
              <a:rPr>
                <a:latin typeface="Microsoft YaHei"/>
                <a:ea typeface="Microsoft YaHei"/>
                <a:cs typeface="Microsoft YaHei"/>
              </a:rPr>
              <a:t>根完结：成功或失败</a:t>
            </a:r>
            <a:r>
              <a:rPr>
                <a:latin typeface="Montserrat"/>
                <a:ea typeface="Montserrat"/>
                <a:cs typeface="Montserrat"/>
              </a:rPr>
              <a:t>"| H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box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key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DC,OP,O,B box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P,H key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style collector stroke:#B8B8B8,stroke-dasharray:5 5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style seeker stroke:#B8B8B8,stroke-dasharray:5 5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style architect stroke:#B8B8B8,stroke-dasharray:5 5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，章节「一眼看懂的用法；安装」。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docs/slides-draft/P09.mmd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block-beta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columns 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t["</a:t>
            </a:r>
            <a:r>
              <a:rPr>
                <a:latin typeface="Microsoft YaHei"/>
                <a:ea typeface="Microsoft YaHei"/>
                <a:cs typeface="Microsoft YaHei"/>
              </a:rPr>
              <a:t>怎么用、怎么装</a:t>
            </a:r>
            <a:r>
              <a:rPr>
                <a:latin typeface="Montserrat"/>
                <a:ea typeface="Montserrat"/>
                <a:cs typeface="Montserrat"/>
              </a:rPr>
              <a:t>"]:2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u["</a:t>
            </a:r>
            <a:r>
              <a:rPr>
                <a:latin typeface="Microsoft YaHei"/>
                <a:ea typeface="Microsoft YaHei"/>
                <a:cs typeface="Microsoft YaHei"/>
              </a:rPr>
              <a:t>用法</a:t>
            </a:r>
            <a:r>
              <a:rPr>
                <a:latin typeface="Montserrat"/>
                <a:ea typeface="Montserrat"/>
                <a:cs typeface="Montserrat"/>
              </a:rPr>
              <a:t>&lt;br/&gt;a$kis$smd#Demo/Q1: </a:t>
            </a:r>
            <a:r>
              <a:rPr>
                <a:latin typeface="Microsoft YaHei"/>
                <a:ea typeface="Microsoft YaHei"/>
                <a:cs typeface="Microsoft YaHei"/>
              </a:rPr>
              <a:t>帮我理解并逐步完成当前任务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（冒号也可连接模块：</a:t>
            </a:r>
            <a:r>
              <a:rPr>
                <a:latin typeface="Montserrat"/>
                <a:ea typeface="Montserrat"/>
                <a:cs typeface="Montserrat"/>
              </a:rPr>
              <a:t>a:kis:smd:</a:t>
            </a:r>
            <a:r>
              <a:rPr>
                <a:latin typeface="Microsoft YaHei"/>
                <a:ea typeface="Microsoft YaHei"/>
                <a:cs typeface="Microsoft YaHei"/>
              </a:rPr>
              <a:t>）</a:t>
            </a:r>
            <a:r>
              <a:rPr>
                <a:latin typeface="Montserrat"/>
                <a:ea typeface="Montserrat"/>
                <a:cs typeface="Montserrat"/>
              </a:rPr>
              <a:t>&lt;br/&gt;s: </a:t>
            </a:r>
            <a:r>
              <a:rPr>
                <a:latin typeface="Microsoft YaHei"/>
                <a:ea typeface="Microsoft YaHei"/>
                <a:cs typeface="Microsoft YaHei"/>
              </a:rPr>
              <a:t>这个问题有哪些思路？</a:t>
            </a:r>
            <a:r>
              <a:rPr>
                <a:latin typeface="Montserrat"/>
                <a:ea typeface="Montserrat"/>
                <a:cs typeface="Montserrat"/>
              </a:rPr>
              <a:t>&lt;br/&gt;asd: </a:t>
            </a:r>
            <a:r>
              <a:rPr>
                <a:latin typeface="Microsoft YaHei"/>
                <a:ea typeface="Microsoft YaHei"/>
                <a:cs typeface="Microsoft YaHei"/>
              </a:rPr>
              <a:t>目标……</a:t>
            </a:r>
            <a:r>
              <a:rPr>
                <a:latin typeface="Montserrat"/>
                <a:ea typeface="Montserrat"/>
                <a:cs typeface="Montserrat"/>
              </a:rPr>
              <a:t>"] i["</a:t>
            </a:r>
            <a:r>
              <a:rPr>
                <a:latin typeface="Microsoft YaHei"/>
                <a:ea typeface="Microsoft YaHei"/>
                <a:cs typeface="Microsoft YaHei"/>
              </a:rPr>
              <a:t>安装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复制整个</a:t>
            </a:r>
            <a:r>
              <a:rPr>
                <a:latin typeface="Montserrat"/>
                <a:ea typeface="Montserrat"/>
                <a:cs typeface="Montserrat"/>
              </a:rPr>
              <a:t> persona-masks/ </a:t>
            </a:r>
            <a:r>
              <a:rPr>
                <a:latin typeface="Microsoft YaHei"/>
                <a:ea typeface="Microsoft YaHei"/>
                <a:cs typeface="Microsoft YaHei"/>
              </a:rPr>
              <a:t>文件夹到</a:t>
            </a:r>
            <a:r>
              <a:rPr>
                <a:latin typeface="Montserrat"/>
                <a:ea typeface="Montserrat"/>
                <a:cs typeface="Montserrat"/>
              </a:rPr>
              <a:t>&lt;br/&gt;Claude Code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r>
              <a:rPr>
                <a:latin typeface="Montserrat"/>
                <a:ea typeface="Montserrat"/>
                <a:cs typeface="Montserrat"/>
              </a:rPr>
              <a:t>~/.claude/skills/&lt;br/&gt;Codex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r>
              <a:rPr>
                <a:latin typeface="Montserrat"/>
                <a:ea typeface="Montserrat"/>
                <a:cs typeface="Montserrat"/>
              </a:rPr>
              <a:t>~/.agents/skills/&lt;br/&gt;</a:t>
            </a:r>
            <a:r>
              <a:rPr>
                <a:latin typeface="Microsoft YaHei"/>
                <a:ea typeface="Microsoft YaHei"/>
                <a:cs typeface="Microsoft YaHei"/>
              </a:rPr>
              <a:t>两处都装时须逐字相同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f["</a:t>
            </a:r>
            <a:r>
              <a:rPr>
                <a:latin typeface="Microsoft YaHei"/>
                <a:ea typeface="Microsoft YaHei"/>
                <a:cs typeface="Microsoft YaHei"/>
              </a:rPr>
              <a:t>回复首行标明当前角色，例如</a:t>
            </a:r>
            <a:r>
              <a:rPr>
                <a:latin typeface="Microsoft YaHei"/>
                <a:ea typeface="Microsoft YaHei"/>
                <a:cs typeface="Microsoft YaHei"/>
              </a:rPr>
              <a:t> </a:t>
            </a:r>
            <a:r>
              <a:rPr>
                <a:latin typeface="Microsoft YaHei"/>
                <a:ea typeface="Microsoft YaHei"/>
                <a:cs typeface="Microsoft YaHei"/>
              </a:rPr>
              <a:t>〔</a:t>
            </a:r>
            <a:r>
              <a:rPr>
                <a:latin typeface="Montserrat"/>
                <a:ea typeface="Montserrat"/>
                <a:cs typeface="Montserrat"/>
              </a:rPr>
              <a:t>a </a:t>
            </a:r>
            <a:r>
              <a:rPr>
                <a:latin typeface="Microsoft YaHei"/>
                <a:ea typeface="Microsoft YaHei"/>
                <a:cs typeface="Microsoft YaHei"/>
              </a:rPr>
              <a:t>建筑师</a:t>
            </a:r>
            <a:r>
              <a:rPr>
                <a:latin typeface="Montserrat"/>
                <a:ea typeface="Montserrat"/>
                <a:cs typeface="Montserrat"/>
              </a:rPr>
              <a:t>#Demo/Q1</a:t>
            </a:r>
            <a:r>
              <a:rPr>
                <a:latin typeface="Microsoft YaHei"/>
                <a:ea typeface="Microsoft YaHei"/>
                <a:cs typeface="Microsoft YaHei"/>
              </a:rPr>
              <a:t>〕</a:t>
            </a:r>
            <a:r>
              <a:rPr>
                <a:latin typeface="Montserrat"/>
                <a:ea typeface="Montserrat"/>
                <a:cs typeface="Montserrat"/>
              </a:rPr>
              <a:t>"]:2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ttl fill:#FFFFFF,stroke:#57068C,color:#330662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box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note fill:#F2F2F2,stroke:#B8B8B8,color:#404040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t ttl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u,i box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f note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，章节「现状与限制」。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docs/slides-draft/P10.mmd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block-beta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columns 4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t["</a:t>
            </a:r>
            <a:r>
              <a:rPr>
                <a:latin typeface="Microsoft YaHei"/>
                <a:ea typeface="Microsoft YaHei"/>
                <a:cs typeface="Microsoft YaHei"/>
              </a:rPr>
              <a:t>现状与限制</a:t>
            </a:r>
            <a:r>
              <a:rPr>
                <a:latin typeface="Montserrat"/>
                <a:ea typeface="Montserrat"/>
                <a:cs typeface="Montserrat"/>
              </a:rPr>
              <a:t>"]:4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m1["</a:t>
            </a:r>
            <a:r>
              <a:rPr>
                <a:latin typeface="Microsoft YaHei"/>
                <a:ea typeface="Microsoft YaHei"/>
                <a:cs typeface="Microsoft YaHei"/>
              </a:rPr>
              <a:t>试用版</a:t>
            </a:r>
            <a:r>
              <a:rPr>
                <a:latin typeface="Montserrat"/>
                <a:ea typeface="Montserrat"/>
                <a:cs typeface="Montserrat"/>
              </a:rPr>
              <a:t>"]:1 d1["</a:t>
            </a:r>
            <a:r>
              <a:rPr>
                <a:latin typeface="Microsoft YaHei"/>
                <a:ea typeface="Microsoft YaHei"/>
                <a:cs typeface="Microsoft YaHei"/>
              </a:rPr>
              <a:t>尚未证明比普通提示更有效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m2["</a:t>
            </a:r>
            <a:r>
              <a:rPr>
                <a:latin typeface="Microsoft YaHei"/>
                <a:ea typeface="Microsoft YaHei"/>
                <a:cs typeface="Microsoft YaHei"/>
              </a:rPr>
              <a:t>不提供</a:t>
            </a:r>
            <a:r>
              <a:rPr>
                <a:latin typeface="Montserrat"/>
                <a:ea typeface="Montserrat"/>
                <a:cs typeface="Montserrat"/>
              </a:rPr>
              <a:t>"]:1 d2["</a:t>
            </a:r>
            <a:r>
              <a:rPr>
                <a:latin typeface="Microsoft YaHei"/>
                <a:ea typeface="Microsoft YaHei"/>
                <a:cs typeface="Microsoft YaHei"/>
              </a:rPr>
              <a:t>强制路由与后台监听，只是放在文件里的文字约定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m3["</a:t>
            </a:r>
            <a:r>
              <a:rPr>
                <a:latin typeface="Microsoft YaHei"/>
                <a:ea typeface="Microsoft YaHei"/>
                <a:cs typeface="Microsoft YaHei"/>
              </a:rPr>
              <a:t>未验证</a:t>
            </a:r>
            <a:r>
              <a:rPr>
                <a:latin typeface="Montserrat"/>
                <a:ea typeface="Montserrat"/>
                <a:cs typeface="Montserrat"/>
              </a:rPr>
              <a:t>"]:1 d3["c</a:t>
            </a:r>
            <a:r>
              <a:rPr>
                <a:latin typeface="Microsoft YaHei"/>
                <a:ea typeface="Microsoft YaHei"/>
                <a:cs typeface="Microsoft YaHei"/>
              </a:rPr>
              <a:t>、</a:t>
            </a:r>
            <a:r>
              <a:rPr>
                <a:latin typeface="Montserrat"/>
                <a:ea typeface="Montserrat"/>
                <a:cs typeface="Montserrat"/>
              </a:rPr>
              <a:t>d </a:t>
            </a:r>
            <a:r>
              <a:rPr>
                <a:latin typeface="Microsoft YaHei"/>
                <a:ea typeface="Microsoft YaHei"/>
                <a:cs typeface="Microsoft YaHei"/>
              </a:rPr>
              <a:t>优先派给外部命令行工具、不可用时回退，作者没有在所有环境逐一实测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m4["</a:t>
            </a:r>
            <a:r>
              <a:rPr>
                <a:latin typeface="Microsoft YaHei"/>
                <a:ea typeface="Microsoft YaHei"/>
                <a:cs typeface="Microsoft YaHei"/>
              </a:rPr>
              <a:t>未验证</a:t>
            </a:r>
            <a:r>
              <a:rPr>
                <a:latin typeface="Montserrat"/>
                <a:ea typeface="Montserrat"/>
                <a:cs typeface="Montserrat"/>
              </a:rPr>
              <a:t>"]:1 d4["</a:t>
            </a:r>
            <a:r>
              <a:rPr>
                <a:latin typeface="Microsoft YaHei"/>
                <a:ea typeface="Microsoft YaHei"/>
                <a:cs typeface="Microsoft YaHei"/>
              </a:rPr>
              <a:t>网页端只能精简使用，其实际限制未经官方文档核实，也未在网页端实测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m5["</a:t>
            </a:r>
            <a:r>
              <a:rPr>
                <a:latin typeface="Microsoft YaHei"/>
                <a:ea typeface="Microsoft YaHei"/>
                <a:cs typeface="Microsoft YaHei"/>
              </a:rPr>
              <a:t>不随包分发</a:t>
            </a:r>
            <a:r>
              <a:rPr>
                <a:latin typeface="Montserrat"/>
                <a:ea typeface="Montserrat"/>
                <a:cs typeface="Montserrat"/>
              </a:rPr>
              <a:t>"]:1 d5["</a:t>
            </a:r>
            <a:r>
              <a:rPr>
                <a:latin typeface="Microsoft YaHei"/>
                <a:ea typeface="Microsoft YaHei"/>
                <a:cs typeface="Microsoft YaHei"/>
              </a:rPr>
              <a:t>个人规则与调整日志放在使用者自己的资料目录里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m6["</a:t>
            </a:r>
            <a:r>
              <a:rPr>
                <a:latin typeface="Microsoft YaHei"/>
                <a:ea typeface="Microsoft YaHei"/>
                <a:cs typeface="Microsoft YaHei"/>
              </a:rPr>
              <a:t>验证程度</a:t>
            </a:r>
            <a:r>
              <a:rPr>
                <a:latin typeface="Montserrat"/>
                <a:ea typeface="Montserrat"/>
                <a:cs typeface="Montserrat"/>
              </a:rPr>
              <a:t>"]:1 d6["a</a:t>
            </a:r>
            <a:r>
              <a:rPr>
                <a:latin typeface="Microsoft YaHei"/>
                <a:ea typeface="Microsoft YaHei"/>
                <a:cs typeface="Microsoft YaHei"/>
              </a:rPr>
              <a:t>、</a:t>
            </a:r>
            <a:r>
              <a:rPr>
                <a:latin typeface="Montserrat"/>
                <a:ea typeface="Montserrat"/>
                <a:cs typeface="Montserrat"/>
              </a:rPr>
              <a:t>c</a:t>
            </a:r>
            <a:r>
              <a:rPr>
                <a:latin typeface="Microsoft YaHei"/>
                <a:ea typeface="Microsoft YaHei"/>
                <a:cs typeface="Microsoft YaHei"/>
              </a:rPr>
              <a:t>、</a:t>
            </a:r>
            <a:r>
              <a:rPr>
                <a:latin typeface="Montserrat"/>
                <a:ea typeface="Montserrat"/>
                <a:cs typeface="Montserrat"/>
              </a:rPr>
              <a:t>e </a:t>
            </a:r>
            <a:r>
              <a:rPr>
                <a:latin typeface="Microsoft YaHei"/>
                <a:ea typeface="Microsoft YaHei"/>
                <a:cs typeface="Microsoft YaHei"/>
              </a:rPr>
              <a:t>在作者的教科书写作中使用，无对照实验；</a:t>
            </a:r>
            <a:r>
              <a:rPr>
                <a:latin typeface="Montserrat"/>
                <a:ea typeface="Montserrat"/>
                <a:cs typeface="Montserrat"/>
              </a:rPr>
              <a:t>asd </a:t>
            </a:r>
            <a:r>
              <a:rPr>
                <a:latin typeface="Microsoft YaHei"/>
                <a:ea typeface="Microsoft YaHei"/>
                <a:cs typeface="Microsoft YaHei"/>
              </a:rPr>
              <a:t>已在真实项目中使用、</a:t>
            </a:r>
            <a:r>
              <a:rPr>
                <a:latin typeface="Montserrat"/>
                <a:ea typeface="Montserrat"/>
                <a:cs typeface="Montserrat"/>
              </a:rPr>
              <a:t>options </a:t>
            </a:r>
            <a:r>
              <a:rPr>
                <a:latin typeface="Microsoft YaHei"/>
                <a:ea typeface="Microsoft YaHei"/>
                <a:cs typeface="Microsoft YaHei"/>
              </a:rPr>
              <a:t>去重效果显著（作者评价，无对照数据），尚未完全验证；其余新功能（含三次变招、默认子</a:t>
            </a:r>
            <a:r>
              <a:rPr>
                <a:latin typeface="Montserrat"/>
                <a:ea typeface="Montserrat"/>
                <a:cs typeface="Montserrat"/>
              </a:rPr>
              <a:t> agent </a:t>
            </a:r>
            <a:r>
              <a:rPr>
                <a:latin typeface="Microsoft YaHei"/>
                <a:ea typeface="Microsoft YaHei"/>
                <a:cs typeface="Microsoft YaHei"/>
              </a:rPr>
              <a:t>派</a:t>
            </a:r>
            <a:r>
              <a:rPr>
                <a:latin typeface="Montserrat"/>
                <a:ea typeface="Montserrat"/>
                <a:cs typeface="Montserrat"/>
              </a:rPr>
              <a:t> e</a:t>
            </a:r>
            <a:r>
              <a:rPr>
                <a:latin typeface="Microsoft YaHei"/>
                <a:ea typeface="Microsoft YaHei"/>
                <a:cs typeface="Microsoft YaHei"/>
              </a:rPr>
              <a:t>）没有长期试用，</a:t>
            </a:r>
            <a:r>
              <a:rPr>
                <a:latin typeface="Montserrat"/>
                <a:ea typeface="Montserrat"/>
                <a:cs typeface="Montserrat"/>
              </a:rPr>
              <a:t>a </a:t>
            </a:r>
            <a:r>
              <a:rPr>
                <a:latin typeface="Microsoft YaHei"/>
                <a:ea typeface="Microsoft YaHei"/>
                <a:cs typeface="Microsoft YaHei"/>
              </a:rPr>
              <a:t>读</a:t>
            </a:r>
            <a:r>
              <a:rPr>
                <a:latin typeface="Montserrat"/>
                <a:ea typeface="Montserrat"/>
                <a:cs typeface="Montserrat"/>
              </a:rPr>
              <a:t> options </a:t>
            </a:r>
            <a:r>
              <a:rPr>
                <a:latin typeface="Microsoft YaHei"/>
                <a:ea typeface="Microsoft YaHei"/>
                <a:cs typeface="Microsoft YaHei"/>
              </a:rPr>
              <a:t>的范围只是行为规则、没有机制保证</a:t>
            </a:r>
            <a:r>
              <a:rPr>
                <a:latin typeface="Montserrat"/>
                <a:ea typeface="Montserrat"/>
                <a:cs typeface="Montserrat"/>
              </a:rPr>
              <a:t>"]:3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ttl fill:#FFFFFF,stroke:#57068C,color:#330662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tag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box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t ttl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m1,m2,m3,m4,m5,m6 tag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d1,d2,d3,d4,d5,d6 box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来源：</a:t>
            </a:r>
            <a:r>
              <a:rPr>
                <a:latin typeface="Montserrat"/>
                <a:ea typeface="Montserrat"/>
                <a:cs typeface="Montserrat"/>
              </a:rPr>
              <a:t>C:/Users/asj/Downloads/README.md</a:t>
            </a:r>
            <a:r>
              <a:rPr>
                <a:latin typeface="Microsoft YaHei"/>
                <a:ea typeface="Microsoft YaHei"/>
                <a:cs typeface="Microsoft YaHei"/>
              </a:rPr>
              <a:t>，</a:t>
            </a:r>
            <a:r>
              <a:rPr>
                <a:latin typeface="Montserrat"/>
                <a:ea typeface="Montserrat"/>
                <a:cs typeface="Montserrat"/>
              </a:rPr>
              <a:t>0.4.3</a:t>
            </a:r>
            <a:r>
              <a:rPr>
                <a:latin typeface="Microsoft YaHei"/>
                <a:ea typeface="Microsoft YaHei"/>
                <a:cs typeface="Microsoft YaHei"/>
              </a:rPr>
              <a:t>，章节「语言；许可证」。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附件：</a:t>
            </a:r>
            <a:r>
              <a:rPr>
                <a:latin typeface="Montserrat"/>
                <a:ea typeface="Montserrat"/>
                <a:cs typeface="Montserrat"/>
              </a:rPr>
              <a:t>C:/Users/asj/Downloads/docs.zip </a:t>
            </a:r>
            <a:r>
              <a:rPr>
                <a:latin typeface="Microsoft YaHei"/>
                <a:ea typeface="Microsoft YaHei"/>
                <a:cs typeface="Microsoft YaHei"/>
              </a:rPr>
              <a:t>→</a:t>
            </a:r>
            <a:r>
              <a:rPr>
                <a:latin typeface="Montserrat"/>
                <a:ea typeface="Montserrat"/>
                <a:cs typeface="Montserrat"/>
              </a:rPr>
              <a:t> docs/slides-draft/P11.mmd</a:t>
            </a:r>
            <a:r>
              <a:rPr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受众：常用</a:t>
            </a:r>
            <a:r>
              <a:rPr>
                <a:latin typeface="Montserrat"/>
                <a:ea typeface="Montserrat"/>
                <a:cs typeface="Montserrat"/>
              </a:rPr>
              <a:t> AI </a:t>
            </a:r>
            <a:r>
              <a:rPr>
                <a:latin typeface="Microsoft YaHei"/>
                <a:ea typeface="Microsoft YaHei"/>
                <a:cs typeface="Microsoft YaHei"/>
              </a:rPr>
              <a:t>编程或写作的开发者与研究者；</a:t>
            </a:r>
            <a:r>
              <a:rPr>
                <a:latin typeface="Montserrat"/>
                <a:ea typeface="Montserrat"/>
                <a:cs typeface="Montserrat"/>
              </a:rPr>
              <a:t>11 </a:t>
            </a:r>
            <a:r>
              <a:rPr>
                <a:latin typeface="Microsoft YaHei"/>
                <a:ea typeface="Microsoft YaHei"/>
                <a:cs typeface="Microsoft YaHei"/>
              </a:rPr>
              <a:t>页，约</a:t>
            </a:r>
            <a:r>
              <a:rPr>
                <a:latin typeface="Montserrat"/>
                <a:ea typeface="Montserrat"/>
                <a:cs typeface="Montserrat"/>
              </a:rPr>
              <a:t> 13 </a:t>
            </a:r>
            <a:r>
              <a:rPr>
                <a:latin typeface="Microsoft YaHei"/>
                <a:ea typeface="Microsoft YaHei"/>
                <a:cs typeface="Microsoft YaHei"/>
              </a:rPr>
              <a:t>分钟。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附带规则仅为介绍对象，不在本任务中安装或执行。设计目标不作为已证明的效果。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原</a:t>
            </a:r>
            <a:r>
              <a:rPr>
                <a:latin typeface="Montserrat"/>
                <a:ea typeface="Montserrat"/>
                <a:cs typeface="Montserrat"/>
              </a:rPr>
              <a:t> Mermaid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flowchart LR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CN["</a:t>
            </a:r>
            <a:r>
              <a:rPr>
                <a:latin typeface="Microsoft YaHei"/>
                <a:ea typeface="Microsoft YaHei"/>
                <a:cs typeface="Microsoft YaHei"/>
              </a:rPr>
              <a:t>中文版仓库</a:t>
            </a:r>
            <a:r>
              <a:rPr>
                <a:latin typeface="Montserrat"/>
                <a:ea typeface="Montserrat"/>
                <a:cs typeface="Montserrat"/>
              </a:rPr>
              <a:t>&lt;br/&gt;persona-masks-cn&lt;br/&gt;</a:t>
            </a:r>
            <a:r>
              <a:rPr>
                <a:latin typeface="Microsoft YaHei"/>
                <a:ea typeface="Microsoft YaHei"/>
                <a:cs typeface="Microsoft YaHei"/>
              </a:rPr>
              <a:t>开发阶段以中文为准</a:t>
            </a:r>
            <a:r>
              <a:rPr>
                <a:latin typeface="Microsoft YaHei"/>
                <a:ea typeface="Microsoft YaHei"/>
                <a:cs typeface="Microsoft YaHei"/>
              </a:rPr>
              <a:t>"] --&gt;|"</a:t>
            </a:r>
            <a:r>
              <a:rPr>
                <a:latin typeface="Microsoft YaHei"/>
                <a:ea typeface="Microsoft YaHei"/>
                <a:cs typeface="Microsoft YaHei"/>
              </a:rPr>
              <a:t>规则成熟后翻译</a:t>
            </a:r>
            <a:r>
              <a:rPr>
                <a:latin typeface="Montserrat"/>
                <a:ea typeface="Montserrat"/>
                <a:cs typeface="Montserrat"/>
              </a:rPr>
              <a:t>"| EN["</a:t>
            </a:r>
            <a:r>
              <a:rPr>
                <a:latin typeface="Microsoft YaHei"/>
                <a:ea typeface="Microsoft YaHei"/>
                <a:cs typeface="Microsoft YaHei"/>
              </a:rPr>
              <a:t>英文版</a:t>
            </a:r>
            <a:r>
              <a:rPr>
                <a:latin typeface="Montserrat"/>
                <a:ea typeface="Montserrat"/>
                <a:cs typeface="Montserrat"/>
              </a:rPr>
              <a:t>&lt;br/&gt;</a:t>
            </a:r>
            <a:r>
              <a:rPr>
                <a:latin typeface="Microsoft YaHei"/>
                <a:ea typeface="Microsoft YaHei"/>
                <a:cs typeface="Microsoft YaHei"/>
              </a:rPr>
              <a:t>另设仓库，包名与中文版区分</a:t>
            </a:r>
            <a:r>
              <a:rPr>
                <a:latin typeface="Microsoft YaHei"/>
                <a:ea typeface="Microsoft YaHei"/>
                <a:cs typeface="Microsoft YaHei"/>
              </a:rPr>
              <a:t>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L["</a:t>
            </a:r>
            <a:r>
              <a:rPr>
                <a:latin typeface="Microsoft YaHei"/>
                <a:ea typeface="Microsoft YaHei"/>
                <a:cs typeface="Microsoft YaHei"/>
              </a:rPr>
              <a:t>许可证：</a:t>
            </a:r>
            <a:r>
              <a:rPr>
                <a:latin typeface="Montserrat"/>
                <a:ea typeface="Montserrat"/>
                <a:cs typeface="Montserrat"/>
              </a:rPr>
              <a:t>Apache License 2.0"]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core fill:#EEE6F3,stroke:#57068C,color:#330662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box fill:#FFFFFF,stroke:#B8B8B8,color:#404040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classDef note fill:#F2F2F2,stroke:#B8B8B8,color:#404040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CN core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EN box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ontserrat"/>
                <a:ea typeface="Montserrat"/>
                <a:cs typeface="Montserrat"/>
              </a:rPr>
              <a:t>  class L note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/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88aff4e174d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e8882a3d9546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3b088af377c48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6d4e97b019a41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93fb20b8ec647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8830840cefa546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f92604c0ecaf46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02179247eeea4a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16bd3e18d96c42e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eecc96277ddb48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5b3849c10a24497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7529d4fdb9f74a9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cf8969168b99437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d661ecdb51eb40b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5973569e5c9b41a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6.xml" Id="R68defc56ed1e4bf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da536c59b7724a3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d9ea227a99fb4e3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9.xml" Id="R748ca0f4bbdd433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5421827c5d684ac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1.xml" Id="R9462ac3f927a41d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f8969e607bb742b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3.xml" Id="R20d0c62651c04a5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4.xml" Id="R31c69e35026e4c9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5.xml" Id="R0971dd10a1f744a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6.xml" Id="R8373888f1e894d4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7.xml" Id="Rd0b112c4d9dd46b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8.xml" Id="Rcd57addcf5b645f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9.xml" Id="R1aa3ca9d280d42c6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0.xml" Id="R4df0c4ffe6ae4ac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1.xml" Id="R10a393c8655b4e4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2.xml" Id="Rc21db3f16b214bd8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3.xml" Id="R5103c462b1d446d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4.xml" Id="R400ed062978b45c7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5.xml" Id="R662dd03a473d419c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6.xml" Id="R709f425ec877461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7.xml" Id="R5d4eec58a9c942c3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8.xml" Id="R21a996232195449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9.xml" Id="Rcbb0c1641fae41bc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0.xml" Id="Rd2f1559cd7974e77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1.xml" Id="Re24e5d5d645149c7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2.xml" Id="Rba928858a1d04d61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3.xml" Id="R4ca31158ae0f4f01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4.xml" Id="R9648ad35f6a94347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5.xml" Id="R3cbae44a83f647f6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6.xml" Id="R53ffc86de0d74f1f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7.xml" Id="Ra0174aeb1ea546fd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8.xml" Id="R87aef78cc3a940ea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9.xml" Id="Ra06e8c7a032249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0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8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0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8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0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8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b5ec06db264a71" /><Relationship Type="http://schemas.openxmlformats.org/officeDocument/2006/relationships/slideLayout" Target="/ppt/slideLayouts/slideLayout1.xml" Id="Rfd03221aeeb6444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ecfa0b83ca94309" /><Relationship Type="http://schemas.openxmlformats.org/officeDocument/2006/relationships/slideLayout" Target="/ppt/slideLayouts/slideLayout2.xml" Id="R8bf7ac6f925c438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b5da7350b7e4a56" /><Relationship Type="http://schemas.openxmlformats.org/officeDocument/2006/relationships/slideLayout" Target="/ppt/slideLayouts/slideLayout3.xml" Id="R4609f995c368457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e4bc83f63af24aca" /><Relationship Type="http://schemas.openxmlformats.org/officeDocument/2006/relationships/slideLayout" Target="/ppt/slideLayouts/slideLayout4.xml" Id="R4e283c82962a424a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81ea71cdb4e2497d" /><Relationship Type="http://schemas.openxmlformats.org/officeDocument/2006/relationships/slideLayout" Target="/ppt/slideLayouts/slideLayout5.xml" Id="R9bd696d54c804c63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5d015ecc2d8640f2" /><Relationship Type="http://schemas.openxmlformats.org/officeDocument/2006/relationships/slideLayout" Target="/ppt/slideLayouts/slideLayout6.xml" Id="R624e67b7d98a4f3d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4bbf046ddef54dc2" /><Relationship Type="http://schemas.openxmlformats.org/officeDocument/2006/relationships/slideLayout" Target="/ppt/slideLayouts/slideLayout7.xml" Id="R7b30057921bf426c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5637203c2e784d16" /><Relationship Type="http://schemas.openxmlformats.org/officeDocument/2006/relationships/slideLayout" Target="/ppt/slideLayouts/slideLayout8.xml" Id="Rb617842e18fd47bc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890ef83a82e241ea" /><Relationship Type="http://schemas.openxmlformats.org/officeDocument/2006/relationships/slideLayout" Target="/ppt/slideLayouts/slideLayout9.xml" Id="R65b0029e793f41e6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429dd56b513048de" /><Relationship Type="http://schemas.openxmlformats.org/officeDocument/2006/relationships/slideLayout" Target="/ppt/slideLayouts/slideLayout10.xml" Id="Rb63997e9b8a8494c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dd28d11e0a274483" /><Relationship Type="http://schemas.openxmlformats.org/officeDocument/2006/relationships/slideLayout" Target="/ppt/slideLayouts/slideLayout11.xml" Id="R4ecead6ed9f446b6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ea77de38ec324b56" /><Relationship Type="http://schemas.openxmlformats.org/officeDocument/2006/relationships/slideLayout" Target="/ppt/slideLayouts/slideLayout12.xml" Id="R3a1961e1fff94e89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theme" Target="/ppt/slideMasters/theme/theme14.xml" Id="R02152adc1cd441cf" /><Relationship Type="http://schemas.openxmlformats.org/officeDocument/2006/relationships/slideLayout" Target="/ppt/slideLayouts/slideLayout13.xml" Id="R2e48ff43b0534223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theme" Target="/ppt/slideMasters/theme/theme15.xml" Id="R5989c7b62e3d4397" /><Relationship Type="http://schemas.openxmlformats.org/officeDocument/2006/relationships/slideLayout" Target="/ppt/slideLayouts/slideLayout14.xml" Id="R482f8e053ec94223" /></Relationships>
</file>

<file path=ppt/slideMasters/_rels/slideMaster15.xml.rels>&#65279;<?xml version="1.0" encoding="utf-8"?><Relationships xmlns="http://schemas.openxmlformats.org/package/2006/relationships"><Relationship Type="http://schemas.openxmlformats.org/officeDocument/2006/relationships/theme" Target="/ppt/slideMasters/theme/theme16.xml" Id="R81944bfd9de64f40" /><Relationship Type="http://schemas.openxmlformats.org/officeDocument/2006/relationships/slideLayout" Target="/ppt/slideLayouts/slideLayout15.xml" Id="R3d8c4460541742ea" /></Relationships>
</file>

<file path=ppt/slideMasters/_rels/slideMaster16.xml.rels>&#65279;<?xml version="1.0" encoding="utf-8"?><Relationships xmlns="http://schemas.openxmlformats.org/package/2006/relationships"><Relationship Type="http://schemas.openxmlformats.org/officeDocument/2006/relationships/theme" Target="/ppt/slideMasters/theme/theme17.xml" Id="R579efffc636d4319" /><Relationship Type="http://schemas.openxmlformats.org/officeDocument/2006/relationships/slideLayout" Target="/ppt/slideLayouts/slideLayout16.xml" Id="Rcdfe624227c84941" /></Relationships>
</file>

<file path=ppt/slideMasters/_rels/slideMaster17.xml.rels>&#65279;<?xml version="1.0" encoding="utf-8"?><Relationships xmlns="http://schemas.openxmlformats.org/package/2006/relationships"><Relationship Type="http://schemas.openxmlformats.org/officeDocument/2006/relationships/theme" Target="/ppt/slideMasters/theme/theme18.xml" Id="R9d49f672ae774f9f" /><Relationship Type="http://schemas.openxmlformats.org/officeDocument/2006/relationships/slideLayout" Target="/ppt/slideLayouts/slideLayout17.xml" Id="Rec499e17c7774385" /></Relationships>
</file>

<file path=ppt/slideMasters/_rels/slideMaster18.xml.rels>&#65279;<?xml version="1.0" encoding="utf-8"?><Relationships xmlns="http://schemas.openxmlformats.org/package/2006/relationships"><Relationship Type="http://schemas.openxmlformats.org/officeDocument/2006/relationships/theme" Target="/ppt/slideMasters/theme/theme19.xml" Id="Rb0d8b5898ad94588" /><Relationship Type="http://schemas.openxmlformats.org/officeDocument/2006/relationships/slideLayout" Target="/ppt/slideLayouts/slideLayout18.xml" Id="R6b760fb800ed40f4" /></Relationships>
</file>

<file path=ppt/slideMasters/_rels/slideMaster19.xml.rels>&#65279;<?xml version="1.0" encoding="utf-8"?><Relationships xmlns="http://schemas.openxmlformats.org/package/2006/relationships"><Relationship Type="http://schemas.openxmlformats.org/officeDocument/2006/relationships/theme" Target="/ppt/slideMasters/theme/theme20.xml" Id="R8d10afeefc59433f" /><Relationship Type="http://schemas.openxmlformats.org/officeDocument/2006/relationships/slideLayout" Target="/ppt/slideLayouts/slideLayout19.xml" Id="Re2e41d261e864a0a" /></Relationships>
</file>

<file path=ppt/slideMasters/_rels/slideMaster20.xml.rels>&#65279;<?xml version="1.0" encoding="utf-8"?><Relationships xmlns="http://schemas.openxmlformats.org/package/2006/relationships"><Relationship Type="http://schemas.openxmlformats.org/officeDocument/2006/relationships/theme" Target="/ppt/slideMasters/theme/theme21.xml" Id="R25dedbd836904962" /><Relationship Type="http://schemas.openxmlformats.org/officeDocument/2006/relationships/slideLayout" Target="/ppt/slideLayouts/slideLayout20.xml" Id="Rd973fd4153994bb9" /></Relationships>
</file>

<file path=ppt/slideMasters/_rels/slideMaster21.xml.rels>&#65279;<?xml version="1.0" encoding="utf-8"?><Relationships xmlns="http://schemas.openxmlformats.org/package/2006/relationships"><Relationship Type="http://schemas.openxmlformats.org/officeDocument/2006/relationships/theme" Target="/ppt/slideMasters/theme/theme22.xml" Id="R4d7e018150af4435" /><Relationship Type="http://schemas.openxmlformats.org/officeDocument/2006/relationships/slideLayout" Target="/ppt/slideLayouts/slideLayout21.xml" Id="R9a34fa4ffc324a2c" /></Relationships>
</file>

<file path=ppt/slideMasters/_rels/slideMaster22.xml.rels>&#65279;<?xml version="1.0" encoding="utf-8"?><Relationships xmlns="http://schemas.openxmlformats.org/package/2006/relationships"><Relationship Type="http://schemas.openxmlformats.org/officeDocument/2006/relationships/theme" Target="/ppt/slideMasters/theme/theme23.xml" Id="R9733dd8e0f5a4374" /><Relationship Type="http://schemas.openxmlformats.org/officeDocument/2006/relationships/slideLayout" Target="/ppt/slideLayouts/slideLayout22.xml" Id="Rd16554ba95d443c9" /></Relationships>
</file>

<file path=ppt/slideMasters/_rels/slideMaster23.xml.rels>&#65279;<?xml version="1.0" encoding="utf-8"?><Relationships xmlns="http://schemas.openxmlformats.org/package/2006/relationships"><Relationship Type="http://schemas.openxmlformats.org/officeDocument/2006/relationships/theme" Target="/ppt/slideMasters/theme/theme24.xml" Id="R482eb7ab80ca495f" /><Relationship Type="http://schemas.openxmlformats.org/officeDocument/2006/relationships/slideLayout" Target="/ppt/slideLayouts/slideLayout23.xml" Id="R5b1a9619b028404b" /></Relationships>
</file>

<file path=ppt/slideMasters/_rels/slideMaster24.xml.rels>&#65279;<?xml version="1.0" encoding="utf-8"?><Relationships xmlns="http://schemas.openxmlformats.org/package/2006/relationships"><Relationship Type="http://schemas.openxmlformats.org/officeDocument/2006/relationships/theme" Target="/ppt/slideMasters/theme/theme25.xml" Id="R7acc2a95510e4340" /><Relationship Type="http://schemas.openxmlformats.org/officeDocument/2006/relationships/slideLayout" Target="/ppt/slideLayouts/slideLayout24.xml" Id="R2d047a2051d64c67" /></Relationships>
</file>

<file path=ppt/slideMasters/_rels/slideMaster25.xml.rels>&#65279;<?xml version="1.0" encoding="utf-8"?><Relationships xmlns="http://schemas.openxmlformats.org/package/2006/relationships"><Relationship Type="http://schemas.openxmlformats.org/officeDocument/2006/relationships/theme" Target="/ppt/slideMasters/theme/theme26.xml" Id="R5b113e198298452f" /><Relationship Type="http://schemas.openxmlformats.org/officeDocument/2006/relationships/slideLayout" Target="/ppt/slideLayouts/slideLayout25.xml" Id="R999d7240169e4290" /></Relationships>
</file>

<file path=ppt/slideMasters/_rels/slideMaster26.xml.rels>&#65279;<?xml version="1.0" encoding="utf-8"?><Relationships xmlns="http://schemas.openxmlformats.org/package/2006/relationships"><Relationship Type="http://schemas.openxmlformats.org/officeDocument/2006/relationships/theme" Target="/ppt/slideMasters/theme/theme27.xml" Id="R983a73281f5f4563" /><Relationship Type="http://schemas.openxmlformats.org/officeDocument/2006/relationships/slideLayout" Target="/ppt/slideLayouts/slideLayout26.xml" Id="R9125f9265e2e43e4" /></Relationships>
</file>

<file path=ppt/slideMasters/_rels/slideMaster27.xml.rels>&#65279;<?xml version="1.0" encoding="utf-8"?><Relationships xmlns="http://schemas.openxmlformats.org/package/2006/relationships"><Relationship Type="http://schemas.openxmlformats.org/officeDocument/2006/relationships/theme" Target="/ppt/slideMasters/theme/theme28.xml" Id="R7ca833b19a0b4156" /><Relationship Type="http://schemas.openxmlformats.org/officeDocument/2006/relationships/slideLayout" Target="/ppt/slideLayouts/slideLayout27.xml" Id="R48498210549041c5" /></Relationships>
</file>

<file path=ppt/slideMasters/_rels/slideMaster28.xml.rels>&#65279;<?xml version="1.0" encoding="utf-8"?><Relationships xmlns="http://schemas.openxmlformats.org/package/2006/relationships"><Relationship Type="http://schemas.openxmlformats.org/officeDocument/2006/relationships/theme" Target="/ppt/slideMasters/theme/theme29.xml" Id="Re7472502239a47b1" /><Relationship Type="http://schemas.openxmlformats.org/officeDocument/2006/relationships/slideLayout" Target="/ppt/slideLayouts/slideLayout28.xml" Id="R032b067bca2f4eb4" /></Relationships>
</file>

<file path=ppt/slideMasters/_rels/slideMaster29.xml.rels>&#65279;<?xml version="1.0" encoding="utf-8"?><Relationships xmlns="http://schemas.openxmlformats.org/package/2006/relationships"><Relationship Type="http://schemas.openxmlformats.org/officeDocument/2006/relationships/theme" Target="/ppt/slideMasters/theme/theme30.xml" Id="R837cac1fc9374e3e" /><Relationship Type="http://schemas.openxmlformats.org/officeDocument/2006/relationships/slideLayout" Target="/ppt/slideLayouts/slideLayout29.xml" Id="R1613ecd24c954c8b" /></Relationships>
</file>

<file path=ppt/slideMasters/_rels/slideMaster30.xml.rels>&#65279;<?xml version="1.0" encoding="utf-8"?><Relationships xmlns="http://schemas.openxmlformats.org/package/2006/relationships"><Relationship Type="http://schemas.openxmlformats.org/officeDocument/2006/relationships/theme" Target="/ppt/slideMasters/theme/theme31.xml" Id="R0a5ed0a20fc548e1" /><Relationship Type="http://schemas.openxmlformats.org/officeDocument/2006/relationships/slideLayout" Target="/ppt/slideLayouts/slideLayout30.xml" Id="R9ae883d97898488b" /></Relationships>
</file>

<file path=ppt/slideMasters/_rels/slideMaster31.xml.rels>&#65279;<?xml version="1.0" encoding="utf-8"?><Relationships xmlns="http://schemas.openxmlformats.org/package/2006/relationships"><Relationship Type="http://schemas.openxmlformats.org/officeDocument/2006/relationships/theme" Target="/ppt/slideMasters/theme/theme32.xml" Id="R69393404c11b4fa9" /><Relationship Type="http://schemas.openxmlformats.org/officeDocument/2006/relationships/slideLayout" Target="/ppt/slideLayouts/slideLayout31.xml" Id="R6723f11bf7bc46ba" /></Relationships>
</file>

<file path=ppt/slideMasters/_rels/slideMaster32.xml.rels>&#65279;<?xml version="1.0" encoding="utf-8"?><Relationships xmlns="http://schemas.openxmlformats.org/package/2006/relationships"><Relationship Type="http://schemas.openxmlformats.org/officeDocument/2006/relationships/theme" Target="/ppt/slideMasters/theme/theme33.xml" Id="Re4a997a34a564f27" /><Relationship Type="http://schemas.openxmlformats.org/officeDocument/2006/relationships/slideLayout" Target="/ppt/slideLayouts/slideLayout32.xml" Id="Rb7cd0166770a4c49" /></Relationships>
</file>

<file path=ppt/slideMasters/_rels/slideMaster33.xml.rels>&#65279;<?xml version="1.0" encoding="utf-8"?><Relationships xmlns="http://schemas.openxmlformats.org/package/2006/relationships"><Relationship Type="http://schemas.openxmlformats.org/officeDocument/2006/relationships/theme" Target="/ppt/slideMasters/theme/theme34.xml" Id="R7ddb6ae3a9f64e45" /><Relationship Type="http://schemas.openxmlformats.org/officeDocument/2006/relationships/slideLayout" Target="/ppt/slideLayouts/slideLayout33.xml" Id="R2a0d49c0b3d74b90" /></Relationships>
</file>

<file path=ppt/slideMasters/_rels/slideMaster34.xml.rels>&#65279;<?xml version="1.0" encoding="utf-8"?><Relationships xmlns="http://schemas.openxmlformats.org/package/2006/relationships"><Relationship Type="http://schemas.openxmlformats.org/officeDocument/2006/relationships/theme" Target="/ppt/slideMasters/theme/theme35.xml" Id="R01327de012c84cde" /><Relationship Type="http://schemas.openxmlformats.org/officeDocument/2006/relationships/slideLayout" Target="/ppt/slideLayouts/slideLayout34.xml" Id="R009704c860824cea" /></Relationships>
</file>

<file path=ppt/slideMasters/_rels/slideMaster35.xml.rels>&#65279;<?xml version="1.0" encoding="utf-8"?><Relationships xmlns="http://schemas.openxmlformats.org/package/2006/relationships"><Relationship Type="http://schemas.openxmlformats.org/officeDocument/2006/relationships/theme" Target="/ppt/slideMasters/theme/theme36.xml" Id="R7622af28c8c345a1" /><Relationship Type="http://schemas.openxmlformats.org/officeDocument/2006/relationships/slideLayout" Target="/ppt/slideLayouts/slideLayout35.xml" Id="R15bb0a13e0f64eda" /></Relationships>
</file>

<file path=ppt/slideMasters/_rels/slideMaster36.xml.rels>&#65279;<?xml version="1.0" encoding="utf-8"?><Relationships xmlns="http://schemas.openxmlformats.org/package/2006/relationships"><Relationship Type="http://schemas.openxmlformats.org/officeDocument/2006/relationships/theme" Target="/ppt/slideMasters/theme/theme37.xml" Id="Race059a758ac402a" /><Relationship Type="http://schemas.openxmlformats.org/officeDocument/2006/relationships/slideLayout" Target="/ppt/slideLayouts/slideLayout36.xml" Id="Rb63da220d5ac48a9" /></Relationships>
</file>

<file path=ppt/slideMasters/_rels/slideMaster37.xml.rels>&#65279;<?xml version="1.0" encoding="utf-8"?><Relationships xmlns="http://schemas.openxmlformats.org/package/2006/relationships"><Relationship Type="http://schemas.openxmlformats.org/officeDocument/2006/relationships/theme" Target="/ppt/slideMasters/theme/theme38.xml" Id="R7448184cebde44f1" /><Relationship Type="http://schemas.openxmlformats.org/officeDocument/2006/relationships/slideLayout" Target="/ppt/slideLayouts/slideLayout37.xml" Id="Rf0403707063f4e3f" /></Relationships>
</file>

<file path=ppt/slideMasters/_rels/slideMaster38.xml.rels>&#65279;<?xml version="1.0" encoding="utf-8"?><Relationships xmlns="http://schemas.openxmlformats.org/package/2006/relationships"><Relationship Type="http://schemas.openxmlformats.org/officeDocument/2006/relationships/theme" Target="/ppt/slideMasters/theme/theme39.xml" Id="R61cdc08a73a343d1" /><Relationship Type="http://schemas.openxmlformats.org/officeDocument/2006/relationships/slideLayout" Target="/ppt/slideLayouts/slideLayout38.xml" Id="Recf57138ed024a51" /></Relationships>
</file>

<file path=ppt/slideMasters/_rels/slideMaster39.xml.rels>&#65279;<?xml version="1.0" encoding="utf-8"?><Relationships xmlns="http://schemas.openxmlformats.org/package/2006/relationships"><Relationship Type="http://schemas.openxmlformats.org/officeDocument/2006/relationships/theme" Target="/ppt/slideMasters/theme/theme40.xml" Id="R045a2e899c96435c" /><Relationship Type="http://schemas.openxmlformats.org/officeDocument/2006/relationships/slideLayout" Target="/ppt/slideLayouts/slideLayout39.xml" Id="R7b172e31c6fe4435" /></Relationships>
</file>

<file path=ppt/slideMasters/_rels/slideMaster40.xml.rels>&#65279;<?xml version="1.0" encoding="utf-8"?><Relationships xmlns="http://schemas.openxmlformats.org/package/2006/relationships"><Relationship Type="http://schemas.openxmlformats.org/officeDocument/2006/relationships/theme" Target="/ppt/slideMasters/theme/theme41.xml" Id="R122881df700d455f" /><Relationship Type="http://schemas.openxmlformats.org/officeDocument/2006/relationships/slideLayout" Target="/ppt/slideLayouts/slideLayout40.xml" Id="Rbe3fb33b032c4edd" /></Relationships>
</file>

<file path=ppt/slideMasters/_rels/slideMaster41.xml.rels>&#65279;<?xml version="1.0" encoding="utf-8"?><Relationships xmlns="http://schemas.openxmlformats.org/package/2006/relationships"><Relationship Type="http://schemas.openxmlformats.org/officeDocument/2006/relationships/theme" Target="/ppt/slideMasters/theme/theme42.xml" Id="R7e54420507194f3b" /><Relationship Type="http://schemas.openxmlformats.org/officeDocument/2006/relationships/slideLayout" Target="/ppt/slideLayouts/slideLayout41.xml" Id="Rc972b3c14f634aaf" /></Relationships>
</file>

<file path=ppt/slideMasters/_rels/slideMaster42.xml.rels>&#65279;<?xml version="1.0" encoding="utf-8"?><Relationships xmlns="http://schemas.openxmlformats.org/package/2006/relationships"><Relationship Type="http://schemas.openxmlformats.org/officeDocument/2006/relationships/theme" Target="/ppt/slideMasters/theme/theme43.xml" Id="Rfff10207bb384ab2" /><Relationship Type="http://schemas.openxmlformats.org/officeDocument/2006/relationships/slideLayout" Target="/ppt/slideLayouts/slideLayout42.xml" Id="Rdc4e4e8a44124e24" /></Relationships>
</file>

<file path=ppt/slideMasters/_rels/slideMaster43.xml.rels>&#65279;<?xml version="1.0" encoding="utf-8"?><Relationships xmlns="http://schemas.openxmlformats.org/package/2006/relationships"><Relationship Type="http://schemas.openxmlformats.org/officeDocument/2006/relationships/theme" Target="/ppt/slideMasters/theme/theme44.xml" Id="R94fdc489e23643b8" /><Relationship Type="http://schemas.openxmlformats.org/officeDocument/2006/relationships/slideLayout" Target="/ppt/slideLayouts/slideLayout43.xml" Id="R6fb048dc28d34360" /></Relationships>
</file>

<file path=ppt/slideMasters/_rels/slideMaster44.xml.rels>&#65279;<?xml version="1.0" encoding="utf-8"?><Relationships xmlns="http://schemas.openxmlformats.org/package/2006/relationships"><Relationship Type="http://schemas.openxmlformats.org/officeDocument/2006/relationships/theme" Target="/ppt/slideMasters/theme/theme45.xml" Id="Ra1e6d31074594f0d" /><Relationship Type="http://schemas.openxmlformats.org/officeDocument/2006/relationships/slideLayout" Target="/ppt/slideLayouts/slideLayout44.xml" Id="R68fed4dc7cc34d89" /></Relationships>
</file>

<file path=ppt/slideMasters/_rels/slideMaster45.xml.rels>&#65279;<?xml version="1.0" encoding="utf-8"?><Relationships xmlns="http://schemas.openxmlformats.org/package/2006/relationships"><Relationship Type="http://schemas.openxmlformats.org/officeDocument/2006/relationships/theme" Target="/ppt/slideMasters/theme/theme46.xml" Id="R1d1e976442304f2e" /><Relationship Type="http://schemas.openxmlformats.org/officeDocument/2006/relationships/slideLayout" Target="/ppt/slideLayouts/slideLayout45.xml" Id="Rbbb1c6af6d7f4430" /></Relationships>
</file>

<file path=ppt/slideMasters/_rels/slideMaster46.xml.rels>&#65279;<?xml version="1.0" encoding="utf-8"?><Relationships xmlns="http://schemas.openxmlformats.org/package/2006/relationships"><Relationship Type="http://schemas.openxmlformats.org/officeDocument/2006/relationships/theme" Target="/ppt/slideMasters/theme/theme47.xml" Id="R6b3273916bad46d6" /><Relationship Type="http://schemas.openxmlformats.org/officeDocument/2006/relationships/slideLayout" Target="/ppt/slideLayouts/slideLayout46.xml" Id="R354c026b79ce4f63" /></Relationships>
</file>

<file path=ppt/slideMasters/_rels/slideMaster47.xml.rels>&#65279;<?xml version="1.0" encoding="utf-8"?><Relationships xmlns="http://schemas.openxmlformats.org/package/2006/relationships"><Relationship Type="http://schemas.openxmlformats.org/officeDocument/2006/relationships/theme" Target="/ppt/slideMasters/theme/theme48.xml" Id="R2fd36ecfae4b4c6c" /><Relationship Type="http://schemas.openxmlformats.org/officeDocument/2006/relationships/slideLayout" Target="/ppt/slideLayouts/slideLayout47.xml" Id="R0e522aa197574806" /></Relationships>
</file>

<file path=ppt/slideMasters/_rels/slideMaster48.xml.rels>&#65279;<?xml version="1.0" encoding="utf-8"?><Relationships xmlns="http://schemas.openxmlformats.org/package/2006/relationships"><Relationship Type="http://schemas.openxmlformats.org/officeDocument/2006/relationships/theme" Target="/ppt/slideMasters/theme/theme49.xml" Id="R2b83b4e69f03499d" /><Relationship Type="http://schemas.openxmlformats.org/officeDocument/2006/relationships/slideLayout" Target="/ppt/slideLayouts/slideLayout48.xml" Id="Rd79e0e1191554945" /></Relationships>
</file>

<file path=ppt/slideMasters/_rels/slideMaster49.xml.rels>&#65279;<?xml version="1.0" encoding="utf-8"?><Relationships xmlns="http://schemas.openxmlformats.org/package/2006/relationships"><Relationship Type="http://schemas.openxmlformats.org/officeDocument/2006/relationships/theme" Target="/ppt/slideMasters/theme/theme50.xml" Id="R271f3bf44da8496b" /><Relationship Type="http://schemas.openxmlformats.org/officeDocument/2006/relationships/slideLayout" Target="/ppt/slideLayouts/slideLayout49.xml" Id="R80e229a5299b46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3221aeeb644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bf7ac6f925c43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4609f995c36845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4e283c82962a42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9bd696d54c804c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624e67b7d98a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b30057921bf42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b617842e18fd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65b0029e793f41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b63997e9b8a849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4ecead6ed9f4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3a1961e1fff94e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2e48ff43b05342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5" r:id="R482f8e053ec942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3d8c44605417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cdfe624227c8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1" r:id="Rec499e17c777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8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3" r:id="R6b760fb800ed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19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5" r:id="Re2e41d261e864a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0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7" r:id="Rd973fd415399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9" r:id="R9a34fa4ffc324a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d16554ba95d4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3" r:id="R5b1a9619b028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5" r:id="R2d047a2051d6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7" r:id="R999d7240169e42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9" r:id="R9125f9265e2e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1" r:id="R48498210549041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8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3" r:id="R032b067bca2f4e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29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5" r:id="R1613ecd24c954c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0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7" r:id="R9ae883d9789848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9" r:id="R6723f11bf7bc46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1" r:id="Rb7cd0166770a4c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3" r:id="R2a0d49c0b3d74b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5" r:id="R009704c86082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7" r:id="R15bb0a13e0f6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9" r:id="Rb63da220d5ac48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21" r:id="Rf0403707063f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8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23" r:id="Recf57138ed024a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39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25" r:id="R7b172e31c6fe44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40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27" r:id="Rbe3fb33b032c4e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slideMaster4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29" r:id="Rc972b3c14f634a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31" r:id="Rdc4e4e8a44124e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33" r:id="R6fb048dc28d343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35" r:id="R68fed4dc7cc34d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37" r:id="Rbbb1c6af6d7f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39" r:id="R354c026b79ce4f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1" r:id="R0e522aa1975748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8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3" r:id="Rd79e0e11915549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slideMaster49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5" r:id="R80e229a5299b46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8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9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0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5725" dist="28575" dir="5400000">
              <a:srgbClr val="330662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3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4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5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6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7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8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9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0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5725" dist="28575" dir="5400000">
              <a:srgbClr val="330662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3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4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5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6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7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8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9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0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5725" dist="28575" dir="5400000">
              <a:srgbClr val="330662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3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4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5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6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7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8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9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0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ontserrat"/>
        <a:ea typeface="Microsoft YaHei"/>
        <a:cs typeface="Microsoft YaHei"/>
      </a:majorFont>
      <a:minorFont>
        <a:latin typeface="Montserrat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5725" dist="28575" dir="5400000">
              <a:srgbClr val="330662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2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3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4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5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6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7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8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9.xml><?xml version="1.0" encoding="utf-8"?>
<a:theme xmlns:a="http://schemas.openxmlformats.org/drawingml/2006/main" name="ChatGPT">
  <a:themeElements>
    <a:clrScheme name="ChatGPT">
      <a:dk1>
        <a:srgbClr val="330662"/>
      </a:dk1>
      <a:lt1>
        <a:srgbClr val="FFFFFF"/>
      </a:lt1>
      <a:dk2>
        <a:srgbClr val="404040"/>
      </a:dk2>
      <a:lt2>
        <a:srgbClr val="EEE6F3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8900E1"/>
      </a:hlink>
      <a:folHlink>
        <a:srgbClr val="57068C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85725" dist="28575" dir="5400000">
              <a:srgbClr val="330662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57068C"/>
      </a:accent1>
      <a:accent2>
        <a:srgbClr val="008A8F"/>
      </a:accent2>
      <a:accent3>
        <a:srgbClr val="DB563E"/>
      </a:accent3>
      <a:accent4>
        <a:srgbClr val="F2B632"/>
      </a:accent4>
      <a:accent5>
        <a:srgbClr val="3274B8"/>
      </a:accent5>
      <a:accent6>
        <a:srgbClr val="78A83F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2.xml" Id="R8c61f04334cb4c12" /><Relationship Type="http://schemas.openxmlformats.org/officeDocument/2006/relationships/image" Target="/ppt/media/image.png" Id="R75846581492a40f5" /><Relationship Type="http://schemas.openxmlformats.org/officeDocument/2006/relationships/notesSlide" Target="/ppt/notesSlides/notesSlide1.xml" Id="R911dd3b9c0194e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97f6635a742ad" /><Relationship Type="http://schemas.openxmlformats.org/officeDocument/2006/relationships/image" Target="/ppt/media/image2.png" Id="R6d74ee85c8404f8c" /><Relationship Type="http://schemas.openxmlformats.org/officeDocument/2006/relationships/notesSlide" Target="/ppt/notesSlides/notesSlide2.xml" Id="R94d49414cc4140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5c888274b4a1f" /><Relationship Type="http://schemas.openxmlformats.org/officeDocument/2006/relationships/image" Target="/ppt/media/image2.png" Id="R1450e2f91480479e" /><Relationship Type="http://schemas.openxmlformats.org/officeDocument/2006/relationships/notesSlide" Target="/ppt/notesSlides/notesSlide3.xml" Id="R3374179d811d4b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7bb5cdaab4640" /><Relationship Type="http://schemas.openxmlformats.org/officeDocument/2006/relationships/image" Target="/ppt/media/image2.png" Id="R7de7c9c65a2843f9" /><Relationship Type="http://schemas.openxmlformats.org/officeDocument/2006/relationships/notesSlide" Target="/ppt/notesSlides/notesSlide4.xml" Id="R4691d55a2ece4b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a3a7955f740e7" /><Relationship Type="http://schemas.openxmlformats.org/officeDocument/2006/relationships/image" Target="/ppt/media/image2.png" Id="Rc6797d6d8bab438c" /><Relationship Type="http://schemas.openxmlformats.org/officeDocument/2006/relationships/notesSlide" Target="/ppt/notesSlides/notesSlide5.xml" Id="R5734e06ba7ff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d4ae8541f4b2d" /><Relationship Type="http://schemas.openxmlformats.org/officeDocument/2006/relationships/image" Target="/ppt/media/image2.png" Id="R8bab7944a9e74021" /><Relationship Type="http://schemas.openxmlformats.org/officeDocument/2006/relationships/notesSlide" Target="/ppt/notesSlides/notesSlide6.xml" Id="R2498aecac22a4a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db7b3751a442a" /><Relationship Type="http://schemas.openxmlformats.org/officeDocument/2006/relationships/image" Target="/ppt/media/image2.png" Id="Rc14cc306e2cc4288" /><Relationship Type="http://schemas.openxmlformats.org/officeDocument/2006/relationships/notesSlide" Target="/ppt/notesSlides/notesSlide7.xml" Id="R27994c3055c346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e4f1376e042dc" /><Relationship Type="http://schemas.openxmlformats.org/officeDocument/2006/relationships/image" Target="/ppt/media/image2.png" Id="Re809daf2c9734a4d" /><Relationship Type="http://schemas.openxmlformats.org/officeDocument/2006/relationships/notesSlide" Target="/ppt/notesSlides/notesSlide8.xml" Id="Rb9022d9acf884d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642a2f406426d" /><Relationship Type="http://schemas.openxmlformats.org/officeDocument/2006/relationships/image" Target="/ppt/media/image2.png" Id="Ra7f76bd73629406d" /><Relationship Type="http://schemas.openxmlformats.org/officeDocument/2006/relationships/notesSlide" Target="/ppt/notesSlides/notesSlide9.xml" Id="Rbb8e6588f64846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6ec6078434753" /><Relationship Type="http://schemas.openxmlformats.org/officeDocument/2006/relationships/image" Target="/ppt/media/image2.png" Id="R91a5c2968e5648dc" /><Relationship Type="http://schemas.openxmlformats.org/officeDocument/2006/relationships/notesSlide" Target="/ppt/notesSlides/notesSlide10.xml" Id="R7887e7b45c094c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b8f01aad8445d" /><Relationship Type="http://schemas.openxmlformats.org/officeDocument/2006/relationships/image" Target="/ppt/media/image2.png" Id="R440d07a5d3404719" /><Relationship Type="http://schemas.openxmlformats.org/officeDocument/2006/relationships/notesSlide" Target="/ppt/notesSlides/notesSlide11.xml" Id="Rb2f0bbd2fd794d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46581492a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514350"/>
            <a:ext cx="3314700" cy="1104900"/>
          </a:xfrm>
          <a:prstGeom xmlns:a="http://schemas.openxmlformats.org/drawingml/2006/main" prst="rect">
            <a:avLst/>
          </a:prstGeom>
        </p:spPr>
      </p:pic>
      <p:sp>
        <p:nvSpPr>
          <p:cNvPr id="2" name="紫色模块">
            <a:extLst xmlns:a="http://schemas.openxmlformats.org/drawingml/2006/main">
              <a:ext uri="{FF2B5EF4-FFF2-40B4-BE49-F238E27FC236}">
                <a16:creationId xmlns:a16="http://schemas.microsoft.com/office/drawing/2014/main" id="{D2D113D5-0080-481D-8B14-0CAB85A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907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068C"/>
          </a:solidFill>
          <a:ln xmlns:a="http://schemas.openxmlformats.org/drawingml/2006/main" w="0">
            <a:noFill/>
          </a:ln>
        </p:spPr>
      </p:sp>
      <p:sp>
        <p:nvSpPr>
          <p:cNvPr id="3" name="紫色模块">
            <a:extLst xmlns:a="http://schemas.openxmlformats.org/drawingml/2006/main">
              <a:ext uri="{FF2B5EF4-FFF2-40B4-BE49-F238E27FC236}">
                <a16:creationId xmlns:a16="http://schemas.microsoft.com/office/drawing/2014/main" id="{CDC3BB3A-10DF-49E8-BD1A-4BE666F1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62175"/>
            <a:ext cx="12192000" cy="266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" name="紫色模块">
            <a:extLst xmlns:a="http://schemas.openxmlformats.org/drawingml/2006/main">
              <a:ext uri="{FF2B5EF4-FFF2-40B4-BE49-F238E27FC236}">
                <a16:creationId xmlns:a16="http://schemas.microsoft.com/office/drawing/2014/main" id="{172EBD0F-7E1A-497A-BD3A-B149A66A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625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068C"/>
          </a:solidFill>
          <a:ln xmlns:a="http://schemas.openxmlformats.org/drawingml/2006/main" w="0">
            <a:noFill/>
          </a:ln>
        </p:spPr>
      </p:sp>
      <p:sp>
        <p:nvSpPr>
          <p:cNvPr id="5" name="人格面具 persona-masks">
            <a:extLst xmlns:a="http://schemas.openxmlformats.org/drawingml/2006/main">
              <a:ext uri="{FF2B5EF4-FFF2-40B4-BE49-F238E27FC236}">
                <a16:creationId xmlns:a16="http://schemas.microsoft.com/office/drawing/2014/main" id="{1FD6AA12-CF7C-449A-B20C-27C95A34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51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人格面具</a:t>
            </a: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persona-masks</a:t>
            </a:r>
          </a:p>
        </p:txBody>
      </p:sp>
      <p:sp>
        <p:nvSpPr>
          <p:cNvPr id="6" name="把「想、做、查」分开">
            <a:extLst xmlns:a="http://schemas.openxmlformats.org/drawingml/2006/main">
              <a:ext uri="{FF2B5EF4-FFF2-40B4-BE49-F238E27FC236}">
                <a16:creationId xmlns:a16="http://schemas.microsoft.com/office/drawing/2014/main" id="{F1E1C23C-D504-421E-BFC3-4AE149C2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把「想、做、查」分开</a:t>
            </a:r>
          </a:p>
        </p:txBody>
      </p:sp>
      <p:sp>
        <p:nvSpPr>
          <p:cNvPr id="7" name="想：s + a　　做：e　　查：c + d">
            <a:extLst xmlns:a="http://schemas.openxmlformats.org/drawingml/2006/main">
              <a:ext uri="{FF2B5EF4-FFF2-40B4-BE49-F238E27FC236}">
                <a16:creationId xmlns:a16="http://schemas.microsoft.com/office/drawing/2014/main" id="{72555781-4079-4A95-88CA-A48A7AA0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想：</a:t>
            </a:r>
            <a:r>
              <a:rPr sz="19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s + a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　　做：</a:t>
            </a:r>
            <a:r>
              <a:rPr sz="19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e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　　查：</a:t>
            </a:r>
            <a:r>
              <a:rPr sz="19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c + d</a:t>
            </a:r>
          </a:p>
        </p:txBody>
      </p:sp>
      <p:sp>
        <p:nvSpPr>
          <p:cNvPr id="8" name="试用版 0.4.3　　2026.10.08">
            <a:extLst xmlns:a="http://schemas.openxmlformats.org/drawingml/2006/main">
              <a:ext uri="{FF2B5EF4-FFF2-40B4-BE49-F238E27FC236}">
                <a16:creationId xmlns:a16="http://schemas.microsoft.com/office/drawing/2014/main" id="{84410A5B-17C5-4C08-BB7A-FC03004E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试用版</a:t>
            </a:r>
            <a:r>
              <a:rPr sz="142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 0.4.3</a:t>
            </a: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sz="142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2026.10.08</a:t>
            </a:r>
          </a:p>
        </p:txBody>
      </p:sp>
      <p:sp>
        <p:nvSpPr>
          <p:cNvPr id="9" name="你只和 a 对话 · 核心是几份 Markdown 规则">
            <a:extLst xmlns:a="http://schemas.openxmlformats.org/drawingml/2006/main">
              <a:ext uri="{FF2B5EF4-FFF2-40B4-BE49-F238E27FC236}">
                <a16:creationId xmlns:a16="http://schemas.microsoft.com/office/drawing/2014/main" id="{1D2A617A-6630-4D5F-B4DC-16F675F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34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你只和</a:t>
            </a:r>
            <a:r>
              <a:rPr sz="142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对话</a:t>
            </a: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核心是几份</a:t>
            </a:r>
            <a:r>
              <a:rPr sz="142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 Markdown </a:t>
            </a:r>
            <a:r>
              <a:rPr sz="142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</p:spTree>
    <p:extLst>
      <p:ext uri="{BB962C8B-B14F-4D97-AF65-F5344CB8AC3E}">
        <p14:creationId xmlns:p14="http://schemas.microsoft.com/office/powerpoint/2010/main" val="1620965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同一个助手自己给自己打分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35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4ee85c8404f8c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A0F31-169F-43B6-B18B-7D00526F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为什么」">
            <a:extLst xmlns:a="http://schemas.openxmlformats.org/drawingml/2006/main">
              <a:ext uri="{FF2B5EF4-FFF2-40B4-BE49-F238E27FC236}">
                <a16:creationId xmlns:a16="http://schemas.microsoft.com/office/drawing/2014/main" id="{A3B93F02-176A-46D8-A2C3-C403DE7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「为什么」</a:t>
            </a:r>
          </a:p>
        </p:txBody>
      </p:sp>
      <p:sp>
        <p:nvSpPr>
          <p:cNvPr id="14" name="P02">
            <a:extLst xmlns:a="http://schemas.openxmlformats.org/drawingml/2006/main">
              <a:ext uri="{FF2B5EF4-FFF2-40B4-BE49-F238E27FC236}">
                <a16:creationId xmlns:a16="http://schemas.microsoft.com/office/drawing/2014/main" id="{C12B6DDD-8E43-4AA9-BB17-C547EE8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P02</a:t>
            </a:r>
          </a:p>
        </p:txBody>
      </p:sp>
      <p:sp>
        <p:nvSpPr>
          <p:cNvPr id="15" name="01 / 问题与设计取向">
            <a:extLst xmlns:a="http://schemas.openxmlformats.org/drawingml/2006/main">
              <a:ext uri="{FF2B5EF4-FFF2-40B4-BE49-F238E27FC236}">
                <a16:creationId xmlns:a16="http://schemas.microsoft.com/office/drawing/2014/main" id="{ED8985F3-78D4-4501-BEC7-5EDCEB3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01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问题与设计取向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0FD2C-F290-4E53-A0A1-5895D3AD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66725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一个助手身兼四职">
            <a:extLst xmlns:a="http://schemas.openxmlformats.org/drawingml/2006/main">
              <a:ext uri="{FF2B5EF4-FFF2-40B4-BE49-F238E27FC236}">
                <a16:creationId xmlns:a16="http://schemas.microsoft.com/office/drawing/2014/main" id="{02E44CCB-F3C6-478D-A0CF-DC305F0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050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一个助手身兼四职</a:t>
            </a:r>
          </a:p>
        </p:txBody>
      </p:sp>
      <p:sp>
        <p:nvSpPr>
          <p:cNvPr id="18" name="想方案 · 写代码 · 自己验收&#10;挑毛病的人，也在替你做决定">
            <a:extLst xmlns:a="http://schemas.openxmlformats.org/drawingml/2006/main">
              <a:ext uri="{FF2B5EF4-FFF2-40B4-BE49-F238E27FC236}">
                <a16:creationId xmlns:a16="http://schemas.microsoft.com/office/drawing/2014/main" id="{9A839749-24CF-434F-8AAE-7B6A269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432435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想方案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写代码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自己验收</a:t>
            </a:r>
          </a:p>
          <a:p xmlns:a="http://schemas.openxmlformats.org/drawingml/2006/main">
            <a:pPr algn="l">
              <a:def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挑毛病的人，也在替你做决定</a:t>
            </a:r>
          </a:p>
        </p:txBody>
      </p:sp>
      <p:sp>
        <p:nvSpPr>
          <p:cNvPr id="19" name="拆开&#10;→">
            <a:extLst xmlns:a="http://schemas.openxmlformats.org/drawingml/2006/main">
              <a:ext uri="{FF2B5EF4-FFF2-40B4-BE49-F238E27FC236}">
                <a16:creationId xmlns:a16="http://schemas.microsoft.com/office/drawing/2014/main" id="{B0D136EB-5100-455F-ADA8-301CFE42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拆开</a:t>
            </a:r>
          </a:p>
          <a:p xmlns:a="http://schemas.openxmlformats.org/drawingml/2006/main">
            <a:pPr algn="ctr">
              <a:defRPr sz="225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3A836-4BCD-402D-9629-AA4205B4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810125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每次只戴一个主角色">
            <a:extLst xmlns:a="http://schemas.openxmlformats.org/drawingml/2006/main">
              <a:ext uri="{FF2B5EF4-FFF2-40B4-BE49-F238E27FC236}">
                <a16:creationId xmlns:a16="http://schemas.microsoft.com/office/drawing/2014/main" id="{D85B27FF-5A86-4022-8229-A40DC0EF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4467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每次只戴一个主角色</a:t>
            </a:r>
          </a:p>
        </p:txBody>
      </p:sp>
      <p:sp>
        <p:nvSpPr>
          <p:cNvPr id="22" name="s 探索 · a 判定 · e 实施&#10;c 审查 · d 查资料">
            <a:extLst xmlns:a="http://schemas.openxmlformats.org/drawingml/2006/main">
              <a:ext uri="{FF2B5EF4-FFF2-40B4-BE49-F238E27FC236}">
                <a16:creationId xmlns:a16="http://schemas.microsoft.com/office/drawing/2014/main" id="{E2529396-3D59-4409-A620-A0665CD6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4467225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s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探索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20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判定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20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e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实施</a:t>
            </a:r>
          </a:p>
          <a:p xmlns:a="http://schemas.openxmlformats.org/drawingml/2006/main">
            <a:pPr algn="l">
              <a:def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c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审查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20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d </a:t>
            </a:r>
            <a:r>
              <a:rPr sz="20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查资料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5B8BA-9B0C-410E-933F-00EEFC5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先分工，再谈谁做得更好；这是角色约定，效果仍需验证">
            <a:extLst xmlns:a="http://schemas.openxmlformats.org/drawingml/2006/main">
              <a:ext uri="{FF2B5EF4-FFF2-40B4-BE49-F238E27FC236}">
                <a16:creationId xmlns:a16="http://schemas.microsoft.com/office/drawing/2014/main" id="{EEEAF5CA-4DB0-44C2-BE54-5F9357D1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先分工，再谈谁做得更好；这是角色约定，效果仍需验证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分工靠态度，不靠知道多少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37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e2f91480479e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4D603-0FA6-4E13-B0D5-DB2461B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为什么」">
            <a:extLst xmlns:a="http://schemas.openxmlformats.org/drawingml/2006/main">
              <a:ext uri="{FF2B5EF4-FFF2-40B4-BE49-F238E27FC236}">
                <a16:creationId xmlns:a16="http://schemas.microsoft.com/office/drawing/2014/main" id="{CBE1E81E-ED90-4051-B74F-FCAFD32A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「为什么」</a:t>
            </a:r>
          </a:p>
        </p:txBody>
      </p:sp>
      <p:sp>
        <p:nvSpPr>
          <p:cNvPr id="14" name="P03">
            <a:extLst xmlns:a="http://schemas.openxmlformats.org/drawingml/2006/main">
              <a:ext uri="{FF2B5EF4-FFF2-40B4-BE49-F238E27FC236}">
                <a16:creationId xmlns:a16="http://schemas.microsoft.com/office/drawing/2014/main" id="{6E623BFB-F00B-4720-9C34-670F74B2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P03</a:t>
            </a:r>
          </a:p>
        </p:txBody>
      </p:sp>
      <p:sp>
        <p:nvSpPr>
          <p:cNvPr id="15" name="01 / 问题与设计取向">
            <a:extLst xmlns:a="http://schemas.openxmlformats.org/drawingml/2006/main">
              <a:ext uri="{FF2B5EF4-FFF2-40B4-BE49-F238E27FC236}">
                <a16:creationId xmlns:a16="http://schemas.microsoft.com/office/drawing/2014/main" id="{C886FD68-9B62-46F5-AEFF-6FB6F5C4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01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问题与设计取向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8585C-3AA8-4E03-8830-7AB3185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3486150" cy="29146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 建筑师">
            <a:extLst xmlns:a="http://schemas.openxmlformats.org/drawingml/2006/main">
              <a:ext uri="{FF2B5EF4-FFF2-40B4-BE49-F238E27FC236}">
                <a16:creationId xmlns:a16="http://schemas.microsoft.com/office/drawing/2014/main" id="{3AB8C58C-277A-4B88-BA53-B42936D5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建筑师</a:t>
            </a:r>
          </a:p>
        </p:txBody>
      </p:sp>
      <p:sp>
        <p:nvSpPr>
          <p:cNvPr id="18" name="觉得该怎么做&#10;决定、判定合格与否">
            <a:extLst xmlns:a="http://schemas.openxmlformats.org/drawingml/2006/main">
              <a:ext uri="{FF2B5EF4-FFF2-40B4-BE49-F238E27FC236}">
                <a16:creationId xmlns:a16="http://schemas.microsoft.com/office/drawing/2014/main" id="{163863C1-4F9C-4241-8F9B-714F4D31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31432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觉得该怎么做</a:t>
            </a:r>
          </a:p>
          <a:p xmlns:a="http://schemas.openxmlformats.org/drawingml/2006/main">
            <a:pPr algn="l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决定、判定合格与否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80DB8-FFD5-4820-AA41-45B4C58D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24075"/>
            <a:ext cx="3486150" cy="29146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 批判者">
            <a:extLst xmlns:a="http://schemas.openxmlformats.org/drawingml/2006/main">
              <a:ext uri="{FF2B5EF4-FFF2-40B4-BE49-F238E27FC236}">
                <a16:creationId xmlns:a16="http://schemas.microsoft.com/office/drawing/2014/main" id="{1DF41F6B-6B5F-4FF0-8B3E-B19FD690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c </a:t>
            </a: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批判者</a:t>
            </a:r>
          </a:p>
        </p:txBody>
      </p:sp>
      <p:sp>
        <p:nvSpPr>
          <p:cNvPr id="21" name="挑毛病&#10;独立上下文，没有否决权">
            <a:extLst xmlns:a="http://schemas.openxmlformats.org/drawingml/2006/main">
              <a:ext uri="{FF2B5EF4-FFF2-40B4-BE49-F238E27FC236}">
                <a16:creationId xmlns:a16="http://schemas.microsoft.com/office/drawing/2014/main" id="{A888FF57-109F-4E3C-81CE-96AEF315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14625"/>
            <a:ext cx="31432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挑毛病</a:t>
            </a:r>
          </a:p>
          <a:p xmlns:a="http://schemas.openxmlformats.org/drawingml/2006/main">
            <a:pPr algn="l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独立上下文，没有否决权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57478-6535-437E-B823-1457DCF1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24075"/>
            <a:ext cx="3486150" cy="29146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 工程师">
            <a:extLst xmlns:a="http://schemas.openxmlformats.org/drawingml/2006/main">
              <a:ext uri="{FF2B5EF4-FFF2-40B4-BE49-F238E27FC236}">
                <a16:creationId xmlns:a16="http://schemas.microsoft.com/office/drawing/2014/main" id="{C3158C01-E9EE-4C8C-BD1E-89CD6DF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38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A8F"/>
                </a:solidFill>
                <a:latin typeface="Montserrat"/>
                <a:ea typeface="Montserrat"/>
                <a:cs typeface="Montserrat"/>
              </a:rPr>
              <a:t>e </a:t>
            </a:r>
            <a:r>
              <a:rPr sz="2025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rPr>
              <a:t>工程师</a:t>
            </a:r>
          </a:p>
        </p:txBody>
      </p:sp>
      <p:sp>
        <p:nvSpPr>
          <p:cNvPr id="24" name="照约定做&#10;实现、测量、交付">
            <a:extLst xmlns:a="http://schemas.openxmlformats.org/drawingml/2006/main">
              <a:ext uri="{FF2B5EF4-FFF2-40B4-BE49-F238E27FC236}">
                <a16:creationId xmlns:a16="http://schemas.microsoft.com/office/drawing/2014/main" id="{6B3D852A-0427-4867-8227-8213D584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14625"/>
            <a:ext cx="31432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照约定做</a:t>
            </a:r>
          </a:p>
          <a:p xmlns:a="http://schemas.openxmlformats.org/drawingml/2006/main">
            <a:pPr algn="l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实现、测量、交付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C64FF5-9C5C-48DD-BD20-6746F49C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用职责边界，让回答里“谁越界了”可以被核对">
            <a:extLst xmlns:a="http://schemas.openxmlformats.org/drawingml/2006/main">
              <a:ext uri="{FF2B5EF4-FFF2-40B4-BE49-F238E27FC236}">
                <a16:creationId xmlns:a16="http://schemas.microsoft.com/office/drawing/2014/main" id="{E27FDDC1-D9D0-4E1A-9CD0-F33B63C9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用职责边界，让回答里“谁越界了”可以被核对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设计取向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29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7c9c65a2843f9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FB76E-7453-4B2F-B959-0B5E92AA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设计取向」">
            <a:extLst xmlns:a="http://schemas.openxmlformats.org/drawingml/2006/main">
              <a:ext uri="{FF2B5EF4-FFF2-40B4-BE49-F238E27FC236}">
                <a16:creationId xmlns:a16="http://schemas.microsoft.com/office/drawing/2014/main" id="{291E2F21-D495-4ADC-8F53-6F3841F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「设计取向」</a:t>
            </a:r>
          </a:p>
        </p:txBody>
      </p:sp>
      <p:sp>
        <p:nvSpPr>
          <p:cNvPr id="14" name="P04">
            <a:extLst xmlns:a="http://schemas.openxmlformats.org/drawingml/2006/main">
              <a:ext uri="{FF2B5EF4-FFF2-40B4-BE49-F238E27FC236}">
                <a16:creationId xmlns:a16="http://schemas.microsoft.com/office/drawing/2014/main" id="{67444138-400D-42D5-8C8A-E7DE5F60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P04</a:t>
            </a:r>
          </a:p>
        </p:txBody>
      </p:sp>
      <p:sp>
        <p:nvSpPr>
          <p:cNvPr id="15" name="01 / 问题与设计取向">
            <a:extLst xmlns:a="http://schemas.openxmlformats.org/drawingml/2006/main">
              <a:ext uri="{FF2B5EF4-FFF2-40B4-BE49-F238E27FC236}">
                <a16:creationId xmlns:a16="http://schemas.microsoft.com/office/drawing/2014/main" id="{F6C83E9C-A489-47DC-8F04-3EEC373C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01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问题与设计取向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619125" y="16954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58125"/>
              </a:tblGrid>
              <a:tr h="56147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570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取向</a:t>
                      </a:r>
                    </a:p>
                  </a:txBody>
                  <a:tcPr marL="114300" marR="95250" marT="38100" marB="3810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570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做法</a:t>
                      </a:r>
                    </a:p>
                  </a:txBody>
                  <a:tcPr marL="114300" marR="95250" marT="38100" marB="3810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65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质量优先，不追求速度</a:t>
                      </a:r>
                    </a:p>
                  </a:txBody>
                  <a:tcPr marL="114300" marR="95250" marT="38100" marB="3810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愿意花更多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</a:rPr>
                        <a:t> token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与预设边界，追求质量和自动化；小任务可不用全套</a:t>
                      </a:r>
                    </a:p>
                  </a:txBody>
                  <a:tcPr marL="114300" marR="95250" marT="38100" marB="3810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239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用规则，不扭曲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</a:rPr>
                        <a:t> agent</a:t>
                      </a:r>
                    </a:p>
                  </a:txBody>
                  <a:tcPr marL="114300" marR="95250" marT="38100" marB="3810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prompt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精简：谁做什么、什么不能做、记录放哪；依赖能读文件的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</a:rPr>
                        <a:t> agent</a:t>
                      </a:r>
                    </a:p>
                  </a:txBody>
                  <a:tcPr marL="114300" marR="95250" marT="38100" marB="3810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65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用可核对的规则约束新意</a:t>
                      </a:r>
                    </a:p>
                  </a:txBody>
                  <a:tcPr marL="114300" marR="95250" marT="38100" marB="3810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</a:rPr>
                        <a:t>s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先读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</a:rPr>
                        <a:t> options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，不重复已有方向；每个方向写出三次失败时的变招</a:t>
                      </a:r>
                    </a:p>
                  </a:txBody>
                  <a:tcPr marL="114300" marR="95250" marT="38100" marB="3810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65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搭积木</a:t>
                      </a:r>
                    </a:p>
                  </a:txBody>
                  <a:tcPr marL="114300" marR="95250" marT="38100" marB="3810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系统核心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可选习惯包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项目层，各自独立；预设工作流也可自由组合</a:t>
                      </a:r>
                    </a:p>
                  </a:txBody>
                  <a:tcPr marL="114300" marR="95250" marT="38100" marB="3810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65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名字有规范</a:t>
                      </a:r>
                    </a:p>
                  </a:txBody>
                  <a:tcPr marL="114300" marR="95250" marT="38100" marB="3810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session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命名包含：角色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任务编号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项目名</a:t>
                      </a:r>
                    </a:p>
                  </a:txBody>
                  <a:tcPr marL="114300" marR="95250" marT="38100" marB="3810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02D1E-281D-4C2F-A5D4-556D2A2F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这些是设计取向；没有对照实验可证明质量更高或流程更有效">
            <a:extLst xmlns:a="http://schemas.openxmlformats.org/drawingml/2006/main">
              <a:ext uri="{FF2B5EF4-FFF2-40B4-BE49-F238E27FC236}">
                <a16:creationId xmlns:a16="http://schemas.microsoft.com/office/drawing/2014/main" id="{4EF34ADF-181C-48A0-B60D-9F47CEF9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这些是设计取向；没有对照实验可证明质量更高或流程更有效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五个面具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39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97d6d8bab438c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88E77-F977-4A1A-897A-46F1CF0E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五个面具」">
            <a:extLst xmlns:a="http://schemas.openxmlformats.org/drawingml/2006/main">
              <a:ext uri="{FF2B5EF4-FFF2-40B4-BE49-F238E27FC236}">
                <a16:creationId xmlns:a16="http://schemas.microsoft.com/office/drawing/2014/main" id="{4F540FD0-E2BF-4FDA-8DC5-32A6A76D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「五个面具」</a:t>
            </a:r>
          </a:p>
        </p:txBody>
      </p:sp>
      <p:sp>
        <p:nvSpPr>
          <p:cNvPr id="14" name="P05">
            <a:extLst xmlns:a="http://schemas.openxmlformats.org/drawingml/2006/main">
              <a:ext uri="{FF2B5EF4-FFF2-40B4-BE49-F238E27FC236}">
                <a16:creationId xmlns:a16="http://schemas.microsoft.com/office/drawing/2014/main" id="{7893D869-A24C-4AF8-AF85-257147FE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P05</a:t>
            </a:r>
          </a:p>
        </p:txBody>
      </p:sp>
      <p:sp>
        <p:nvSpPr>
          <p:cNvPr id="15" name="02 / 角色、协作与记忆">
            <a:extLst xmlns:a="http://schemas.openxmlformats.org/drawingml/2006/main">
              <a:ext uri="{FF2B5EF4-FFF2-40B4-BE49-F238E27FC236}">
                <a16:creationId xmlns:a16="http://schemas.microsoft.com/office/drawing/2014/main" id="{0B8A8E7F-D706-4518-A462-B7BB13C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02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角色、协作与记忆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97D6A-3BC6-4C04-8AB9-7990943D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10953750" cy="88582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 建筑师（对话入口）">
            <a:extLst xmlns:a="http://schemas.openxmlformats.org/drawingml/2006/main">
              <a:ext uri="{FF2B5EF4-FFF2-40B4-BE49-F238E27FC236}">
                <a16:creationId xmlns:a16="http://schemas.microsoft.com/office/drawing/2014/main" id="{ABDDA135-E7C2-4409-A6FE-ECBE1AD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095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21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建筑师（对话入口）</a:t>
            </a:r>
          </a:p>
        </p:txBody>
      </p:sp>
      <p:sp>
        <p:nvSpPr>
          <p:cNvPr id="18" name="先弄清现状 · 提计划 · 取舍 · 判定合格与否">
            <a:extLst xmlns:a="http://schemas.openxmlformats.org/drawingml/2006/main">
              <a:ext uri="{FF2B5EF4-FFF2-40B4-BE49-F238E27FC236}">
                <a16:creationId xmlns:a16="http://schemas.microsoft.com/office/drawing/2014/main" id="{517D0630-5E59-4ADA-9510-D1557A87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57375"/>
            <a:ext cx="6324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先弄清现状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提计划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取舍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判定合格与否</a:t>
            </a:r>
          </a:p>
        </p:txBody>
      </p:sp>
      <p:sp>
        <p:nvSpPr>
          <p:cNvPr id="19" name="s 探索者">
            <a:extLst xmlns:a="http://schemas.openxmlformats.org/drawingml/2006/main">
              <a:ext uri="{FF2B5EF4-FFF2-40B4-BE49-F238E27FC236}">
                <a16:creationId xmlns:a16="http://schemas.microsoft.com/office/drawing/2014/main" id="{B7DEEF80-E459-4889-BFB1-507043B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s </a:t>
            </a:r>
            <a:r>
              <a: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探索者</a:t>
            </a:r>
          </a:p>
        </p:txBody>
      </p:sp>
      <p:sp>
        <p:nvSpPr>
          <p:cNvPr id="20" name="暂缓可行性筛选&#10;先读 options，不重复&#10;每个方向附三次变招">
            <a:extLst xmlns:a="http://schemas.openxmlformats.org/drawingml/2006/main">
              <a:ext uri="{FF2B5EF4-FFF2-40B4-BE49-F238E27FC236}">
                <a16:creationId xmlns:a16="http://schemas.microsoft.com/office/drawing/2014/main" id="{2369B225-7B25-4613-BA60-BB38DDC6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25336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暂缓可行性筛选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先读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options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，不重复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每个方向附三次变招</a:t>
            </a:r>
          </a:p>
        </p:txBody>
      </p:sp>
      <p:sp>
        <p:nvSpPr>
          <p:cNvPr id="21" name="e 工程师">
            <a:extLst xmlns:a="http://schemas.openxmlformats.org/drawingml/2006/main">
              <a:ext uri="{FF2B5EF4-FFF2-40B4-BE49-F238E27FC236}">
                <a16:creationId xmlns:a16="http://schemas.microsoft.com/office/drawing/2014/main" id="{A1A39FAF-EF8C-4EA6-99C5-0DE3088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e </a:t>
            </a:r>
            <a:r>
              <a: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工程师</a:t>
            </a:r>
          </a:p>
        </p:txBody>
      </p:sp>
      <p:sp>
        <p:nvSpPr>
          <p:cNvPr id="22" name="照约定实现&#10;测量、验证、交付">
            <a:extLst xmlns:a="http://schemas.openxmlformats.org/drawingml/2006/main">
              <a:ext uri="{FF2B5EF4-FFF2-40B4-BE49-F238E27FC236}">
                <a16:creationId xmlns:a16="http://schemas.microsoft.com/office/drawing/2014/main" id="{A7660D04-E5C8-429C-B254-C9D24038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05225"/>
            <a:ext cx="25336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照约定实现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测量、验证、交付</a:t>
            </a:r>
          </a:p>
        </p:txBody>
      </p:sp>
      <p:sp>
        <p:nvSpPr>
          <p:cNvPr id="23" name="c 批判者">
            <a:extLst xmlns:a="http://schemas.openxmlformats.org/drawingml/2006/main">
              <a:ext uri="{FF2B5EF4-FFF2-40B4-BE49-F238E27FC236}">
                <a16:creationId xmlns:a16="http://schemas.microsoft.com/office/drawing/2014/main" id="{5DC14058-AA46-410E-88A8-0798C75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9900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c </a:t>
            </a:r>
            <a:r>
              <a: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批判者</a:t>
            </a:r>
          </a:p>
        </p:txBody>
      </p:sp>
      <p:sp>
        <p:nvSpPr>
          <p:cNvPr id="24" name="独立审查&#10;指出可能错在哪&#10;没有否决权">
            <a:extLst xmlns:a="http://schemas.openxmlformats.org/drawingml/2006/main">
              <a:ext uri="{FF2B5EF4-FFF2-40B4-BE49-F238E27FC236}">
                <a16:creationId xmlns:a16="http://schemas.microsoft.com/office/drawing/2014/main" id="{4C8109D0-F988-421C-A15B-BD179E9D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05225"/>
            <a:ext cx="25336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独立审查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指出可能错在哪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没有否决权</a:t>
            </a:r>
          </a:p>
        </p:txBody>
      </p:sp>
      <p:sp>
        <p:nvSpPr>
          <p:cNvPr id="25" name="d 数据家">
            <a:extLst xmlns:a="http://schemas.openxmlformats.org/drawingml/2006/main">
              <a:ext uri="{FF2B5EF4-FFF2-40B4-BE49-F238E27FC236}">
                <a16:creationId xmlns:a16="http://schemas.microsoft.com/office/drawing/2014/main" id="{28F19DF7-B144-4618-8E7B-99D736C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8F"/>
                </a:solidFill>
                <a:latin typeface="Montserrat"/>
                <a:ea typeface="Montserrat"/>
                <a:cs typeface="Montserrat"/>
              </a:rPr>
              <a:t>d </a:t>
            </a:r>
            <a:r>
              <a:rPr sz="2100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rPr>
              <a:t>数据家</a:t>
            </a:r>
          </a:p>
        </p:txBody>
      </p:sp>
      <p:sp>
        <p:nvSpPr>
          <p:cNvPr id="26" name="找资料、核来源&#10;每条带链接&#10;无来源的标注">
            <a:extLst xmlns:a="http://schemas.openxmlformats.org/drawingml/2006/main">
              <a:ext uri="{FF2B5EF4-FFF2-40B4-BE49-F238E27FC236}">
                <a16:creationId xmlns:a16="http://schemas.microsoft.com/office/drawing/2014/main" id="{0438A7E8-A4AF-48F9-9493-43FDE8A1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05225"/>
            <a:ext cx="25336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找资料、核来源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每条带链接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无来源的标注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B5BFC-2E40-47B2-BC3F-177E0FD5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角色代表工作职责；不是五套不同知识，也不是必须同时运行的五个助手">
            <a:extLst xmlns:a="http://schemas.openxmlformats.org/drawingml/2006/main">
              <a:ext uri="{FF2B5EF4-FFF2-40B4-BE49-F238E27FC236}">
                <a16:creationId xmlns:a16="http://schemas.microsoft.com/office/drawing/2014/main" id="{3AFF96D3-2E13-416C-AF20-6AF81BC2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角色代表工作职责；不是五套不同知识，也不是必须同时运行的五个助手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06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你只和</a:t>
            </a:r>
            <a:r>
              <a:rPr sz="2850" b="1">
                <a:solidFill>
                  <a:srgbClr val="330662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对话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50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b7944a9e74021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48C62-2D38-4F91-A734-2E180374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它们怎么协作」">
            <a:extLst xmlns:a="http://schemas.openxmlformats.org/drawingml/2006/main">
              <a:ext uri="{FF2B5EF4-FFF2-40B4-BE49-F238E27FC236}">
                <a16:creationId xmlns:a16="http://schemas.microsoft.com/office/drawing/2014/main" id="{762AC31B-B2BF-48C8-BB96-70174A76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「它们怎么协作」</a:t>
            </a:r>
          </a:p>
        </p:txBody>
      </p:sp>
      <p:sp>
        <p:nvSpPr>
          <p:cNvPr id="14" name="P06">
            <a:extLst xmlns:a="http://schemas.openxmlformats.org/drawingml/2006/main">
              <a:ext uri="{FF2B5EF4-FFF2-40B4-BE49-F238E27FC236}">
                <a16:creationId xmlns:a16="http://schemas.microsoft.com/office/drawing/2014/main" id="{2893B6DD-DE35-415D-85D0-B5AAE05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P06</a:t>
            </a:r>
          </a:p>
        </p:txBody>
      </p:sp>
      <p:sp>
        <p:nvSpPr>
          <p:cNvPr id="15" name="02 / 角色、协作与记忆">
            <a:extLst xmlns:a="http://schemas.openxmlformats.org/drawingml/2006/main">
              <a:ext uri="{FF2B5EF4-FFF2-40B4-BE49-F238E27FC236}">
                <a16:creationId xmlns:a16="http://schemas.microsoft.com/office/drawing/2014/main" id="{8A784CA2-43FF-4CD3-B361-93C26CE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02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角色、协作与记忆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2B5FC-12C2-4307-8A4F-7FD43EE5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57550"/>
            <a:ext cx="34099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 建筑师&#10;弄清现状 · 提计划&#10;取舍 · 判定">
            <a:extLst xmlns:a="http://schemas.openxmlformats.org/drawingml/2006/main">
              <a:ext uri="{FF2B5EF4-FFF2-40B4-BE49-F238E27FC236}">
                <a16:creationId xmlns:a16="http://schemas.microsoft.com/office/drawing/2014/main" id="{00C3AA4A-FC6B-421B-95EC-5D286115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43275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建筑师</a:t>
            </a:r>
          </a:p>
          <a:p xmlns:a="http://schemas.openxmlformats.org/drawingml/2006/main">
            <a:pPr algn="ctr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弄清现状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提计划</a:t>
            </a:r>
          </a:p>
          <a:p xmlns:a="http://schemas.openxmlformats.org/drawingml/2006/main">
            <a:pPr algn="ctr">
              <a:def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取舍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4A0A9-2A03-4DB5-A56D-595A4878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24025"/>
            <a:ext cx="1714500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你">
            <a:extLst xmlns:a="http://schemas.openxmlformats.org/drawingml/2006/main">
              <a:ext uri="{FF2B5EF4-FFF2-40B4-BE49-F238E27FC236}">
                <a16:creationId xmlns:a16="http://schemas.microsoft.com/office/drawing/2014/main" id="{5F7C4D3F-B63E-44F0-8119-AAD2BF36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09750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你</a:t>
            </a:r>
          </a:p>
        </p:txBody>
      </p:sp>
      <p:cxnSp>
        <p:nvCxnSpPr>
          <p:cNvPr id="59" name=""/>
          <p:cNvCxnSpPr>
            <a:stCxn xmlns:a="http://schemas.openxmlformats.org/drawingml/2006/main" id="1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3050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8B8"/>
            </a:solidFill>
            <a:tailEnd type="triangle" w="sm" len="sm"/>
          </a:ln>
        </p:spPr>
      </p:cxnSp>
      <p:sp>
        <p:nvSpPr>
          <p:cNvPr id="21" name="默认入口">
            <a:extLst xmlns:a="http://schemas.openxmlformats.org/drawingml/2006/main">
              <a:ext uri="{FF2B5EF4-FFF2-40B4-BE49-F238E27FC236}">
                <a16:creationId xmlns:a16="http://schemas.microsoft.com/office/drawing/2014/main" id="{4A7C0E32-A2D0-49EA-82B0-8035B18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默认入口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DBDB9-FA34-45CA-8B4C-05ADA0B5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"/>
            <a:ext cx="3048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 探索者&#10;提方向 · 附三次变招">
            <a:extLst xmlns:a="http://schemas.openxmlformats.org/drawingml/2006/main">
              <a:ext uri="{FF2B5EF4-FFF2-40B4-BE49-F238E27FC236}">
                <a16:creationId xmlns:a16="http://schemas.microsoft.com/office/drawing/2014/main" id="{1D866D32-FCB3-4DA7-8F10-02020061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95525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s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探索者</a:t>
            </a:r>
          </a:p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提方向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附三次变招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99B46-4F92-45FA-A0E9-7997D05B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9800"/>
            <a:ext cx="3048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 数据家&#10;找资料 · 核来源">
            <a:extLst xmlns:a="http://schemas.openxmlformats.org/drawingml/2006/main">
              <a:ext uri="{FF2B5EF4-FFF2-40B4-BE49-F238E27FC236}">
                <a16:creationId xmlns:a16="http://schemas.microsoft.com/office/drawing/2014/main" id="{2189B84C-5ABB-48C8-A368-B6561977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95525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d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数据家</a:t>
            </a:r>
          </a:p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找资料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核来源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8AADE-35DE-4A1F-BDBD-8DE8FEED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3048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 工程师&#10;照约定实现">
            <a:extLst xmlns:a="http://schemas.openxmlformats.org/drawingml/2006/main">
              <a:ext uri="{FF2B5EF4-FFF2-40B4-BE49-F238E27FC236}">
                <a16:creationId xmlns:a16="http://schemas.microsoft.com/office/drawing/2014/main" id="{35FE0C54-6666-48D7-B7A4-80ADEFAE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72025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e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工程师</a:t>
            </a:r>
          </a:p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照约定实现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56EEA-CF2A-439B-A344-55DDB465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86300"/>
            <a:ext cx="3048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 批判者&#10;独立审查 · 无否决权">
            <a:extLst xmlns:a="http://schemas.openxmlformats.org/drawingml/2006/main">
              <a:ext uri="{FF2B5EF4-FFF2-40B4-BE49-F238E27FC236}">
                <a16:creationId xmlns:a16="http://schemas.microsoft.com/office/drawing/2014/main" id="{26551452-664B-48B2-950F-10F1129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772025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c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批判者</a:t>
            </a:r>
          </a:p>
          <a:p xmlns:a="http://schemas.openxmlformats.org/drawingml/2006/main">
            <a:pPr algn="ctr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独立审查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无否决权</a:t>
            </a:r>
          </a:p>
        </p:txBody>
      </p:sp>
      <p:cxnSp>
        <p:nvCxnSpPr>
          <p:cNvPr id="69" name=""/>
          <p:cNvCxnSpPr>
            <a:stCxn xmlns:a="http://schemas.openxmlformats.org/drawingml/2006/main" id="16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 flipV="1">
            <a:off x="3667125" y="2705100"/>
            <a:ext cx="72390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8B8"/>
            </a:solidFill>
            <a:headEnd type="triangle" w="sm" len="sm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800975" y="2705100"/>
            <a:ext cx="72390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8B8"/>
            </a:solidFill>
            <a:headEnd type="triangl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6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3667125" y="3933825"/>
            <a:ext cx="72390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8B8"/>
            </a:solidFill>
            <a:headEnd type="triangl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800975" y="3933825"/>
            <a:ext cx="72390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8B8"/>
            </a:solidFill>
            <a:headEnd type="triangle" w="sm" len="sm"/>
            <a:tailEnd type="triangle" w="sm" len="sm"/>
          </a:ln>
        </p:spPr>
      </p:cxnSp>
      <p:sp>
        <p:nvSpPr>
          <p:cNvPr id="34" name="不满意 / 要更多方向&#10;返回条件逐项标注">
            <a:extLst xmlns:a="http://schemas.openxmlformats.org/drawingml/2006/main">
              <a:ext uri="{FF2B5EF4-FFF2-40B4-BE49-F238E27FC236}">
                <a16:creationId xmlns:a16="http://schemas.microsoft.com/office/drawing/2014/main" id="{0438DC37-390F-451C-A1B8-16D5A304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7908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不满意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要更多方向</a:t>
            </a:r>
          </a:p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返回条件逐项标注</a:t>
            </a:r>
          </a:p>
        </p:txBody>
      </p:sp>
      <p:sp>
        <p:nvSpPr>
          <p:cNvPr id="35" name="需要资料&#10;返回资料与来源">
            <a:extLst xmlns:a="http://schemas.openxmlformats.org/drawingml/2006/main">
              <a:ext uri="{FF2B5EF4-FFF2-40B4-BE49-F238E27FC236}">
                <a16:creationId xmlns:a16="http://schemas.microsoft.com/office/drawing/2014/main" id="{F22DC1C4-B6E4-4386-B70A-28EC6A9F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52800"/>
            <a:ext cx="27908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需要资料</a:t>
            </a:r>
          </a:p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返回资料与来源</a:t>
            </a:r>
          </a:p>
        </p:txBody>
      </p:sp>
      <p:sp>
        <p:nvSpPr>
          <p:cNvPr id="36" name="交给实施 → 回报">
            <a:extLst xmlns:a="http://schemas.openxmlformats.org/drawingml/2006/main">
              <a:ext uri="{FF2B5EF4-FFF2-40B4-BE49-F238E27FC236}">
                <a16:creationId xmlns:a16="http://schemas.microsoft.com/office/drawing/2014/main" id="{FD9DD176-A09F-48F2-895B-1C4C861A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交给实施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回报</a:t>
            </a:r>
          </a:p>
        </p:txBody>
      </p:sp>
      <p:sp>
        <p:nvSpPr>
          <p:cNvPr id="37" name="送审 → 阻断意见 / 建议">
            <a:extLst xmlns:a="http://schemas.openxmlformats.org/drawingml/2006/main">
              <a:ext uri="{FF2B5EF4-FFF2-40B4-BE49-F238E27FC236}">
                <a16:creationId xmlns:a16="http://schemas.microsoft.com/office/drawing/2014/main" id="{AB7A848B-6D56-4279-88C4-9D70345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957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送审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阻断意见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35BD7C-AB7E-4C7F-835C-19E327F2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所有结果回到 a，由 a 判断、取舍，再向你汇报">
            <a:extLst xmlns:a="http://schemas.openxmlformats.org/drawingml/2006/main">
              <a:ext uri="{FF2B5EF4-FFF2-40B4-BE49-F238E27FC236}">
                <a16:creationId xmlns:a16="http://schemas.microsoft.com/office/drawing/2014/main" id="{8CCE1526-0E13-4871-841D-715AB3CC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所有结果回到</a:t>
            </a:r>
            <a:r>
              <a:rPr sz="1875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 a</a:t>
            </a:r>
            <a:r>
              <a: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，由</a:t>
            </a:r>
            <a:r>
              <a:rPr sz="1875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判断、取舍，再向你汇报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07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循环</a:t>
            </a:r>
            <a:r>
              <a:rPr sz="2850" b="1">
                <a:solidFill>
                  <a:srgbClr val="330662"/>
                </a:solidFill>
                <a:latin typeface="Montserrat"/>
                <a:ea typeface="Montserrat"/>
                <a:cs typeface="Montserrat"/>
              </a:rPr>
              <a:t> asd </a:t>
            </a: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与三个共用模块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51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cc306e2cc4288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30315-336A-427F-92A2-28BE787B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一眼看懂的用法；附件循环说明」">
            <a:extLst xmlns:a="http://schemas.openxmlformats.org/drawingml/2006/main">
              <a:ext uri="{FF2B5EF4-FFF2-40B4-BE49-F238E27FC236}">
                <a16:creationId xmlns:a16="http://schemas.microsoft.com/office/drawing/2014/main" id="{2657FA89-45C3-496A-B887-E3BC1BAE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「一眼看懂的用法；附件循环说明」</a:t>
            </a:r>
          </a:p>
        </p:txBody>
      </p:sp>
      <p:sp>
        <p:nvSpPr>
          <p:cNvPr id="14" name="P07">
            <a:extLst xmlns:a="http://schemas.openxmlformats.org/drawingml/2006/main">
              <a:ext uri="{FF2B5EF4-FFF2-40B4-BE49-F238E27FC236}">
                <a16:creationId xmlns:a16="http://schemas.microsoft.com/office/drawing/2014/main" id="{30E0763C-11D6-4C54-9FC0-7666B5D1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P07</a:t>
            </a:r>
          </a:p>
        </p:txBody>
      </p:sp>
      <p:sp>
        <p:nvSpPr>
          <p:cNvPr id="15" name="02 / 角色、协作与记忆">
            <a:extLst xmlns:a="http://schemas.openxmlformats.org/drawingml/2006/main">
              <a:ext uri="{FF2B5EF4-FFF2-40B4-BE49-F238E27FC236}">
                <a16:creationId xmlns:a16="http://schemas.microsoft.com/office/drawing/2014/main" id="{95C199DD-C33F-40BA-9087-8BC28689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02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角色、协作与记忆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9881F-2386-48F1-97CA-3FD1FE91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2366963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1 定目标">
            <a:extLst xmlns:a="http://schemas.openxmlformats.org/drawingml/2006/main">
              <a:ext uri="{FF2B5EF4-FFF2-40B4-BE49-F238E27FC236}">
                <a16:creationId xmlns:a16="http://schemas.microsoft.com/office/drawing/2014/main" id="{4AEDB269-D5BE-4222-9357-38EBBE0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57375"/>
            <a:ext cx="20240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1 </a:t>
            </a: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18" name="你或 a 写目标&#10;与可行判据">
            <a:extLst xmlns:a="http://schemas.openxmlformats.org/drawingml/2006/main">
              <a:ext uri="{FF2B5EF4-FFF2-40B4-BE49-F238E27FC236}">
                <a16:creationId xmlns:a16="http://schemas.microsoft.com/office/drawing/2014/main" id="{97B84719-6244-462F-9D4F-ACFBC296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33625"/>
            <a:ext cx="202406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你或</a:t>
            </a:r>
            <a:r>
              <a:rPr sz="16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写目标</a:t>
            </a:r>
          </a:p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与可行判据</a:t>
            </a:r>
          </a:p>
        </p:txBody>
      </p:sp>
      <p:sp>
        <p:nvSpPr>
          <p:cNvPr id="19" name="→">
            <a:extLst xmlns:a="http://schemas.openxmlformats.org/drawingml/2006/main">
              <a:ext uri="{FF2B5EF4-FFF2-40B4-BE49-F238E27FC236}">
                <a16:creationId xmlns:a16="http://schemas.microsoft.com/office/drawing/2014/main" id="{2C69C19D-3996-4D02-BE71-CA7A287F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2419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9D398-457A-43FB-B5A3-29E3F783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1743075"/>
            <a:ext cx="2366963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2 s 提方向">
            <a:extLst xmlns:a="http://schemas.openxmlformats.org/drawingml/2006/main">
              <a:ext uri="{FF2B5EF4-FFF2-40B4-BE49-F238E27FC236}">
                <a16:creationId xmlns:a16="http://schemas.microsoft.com/office/drawing/2014/main" id="{35BA3EE6-5963-4707-AF0A-0D11FED1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1857375"/>
            <a:ext cx="20240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2 s </a:t>
            </a: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提方向</a:t>
            </a:r>
          </a:p>
        </p:txBody>
      </p:sp>
      <p:sp>
        <p:nvSpPr>
          <p:cNvPr id="22" name="先读 options&#10;不重复，标注条件&#10;附三次变招">
            <a:extLst xmlns:a="http://schemas.openxmlformats.org/drawingml/2006/main">
              <a:ext uri="{FF2B5EF4-FFF2-40B4-BE49-F238E27FC236}">
                <a16:creationId xmlns:a16="http://schemas.microsoft.com/office/drawing/2014/main" id="{A899786D-BAB2-4995-91CF-27E5F23C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333625"/>
            <a:ext cx="202406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先读</a:t>
            </a:r>
            <a:r>
              <a:rPr sz="16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options</a:t>
            </a:r>
          </a:p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不重复，标注条件</a:t>
            </a:r>
          </a:p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附三次变招</a:t>
            </a:r>
          </a:p>
        </p:txBody>
      </p:sp>
      <p:sp>
        <p:nvSpPr>
          <p:cNvPr id="23" name="→">
            <a:extLst xmlns:a="http://schemas.openxmlformats.org/drawingml/2006/main">
              <a:ext uri="{FF2B5EF4-FFF2-40B4-BE49-F238E27FC236}">
                <a16:creationId xmlns:a16="http://schemas.microsoft.com/office/drawing/2014/main" id="{C7871A4D-5E4A-4C68-B593-63286D9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A89E4-31DA-4705-B65A-4AC02056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43075"/>
            <a:ext cx="2366963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3 d 查资料">
            <a:extLst xmlns:a="http://schemas.openxmlformats.org/drawingml/2006/main">
              <a:ext uri="{FF2B5EF4-FFF2-40B4-BE49-F238E27FC236}">
                <a16:creationId xmlns:a16="http://schemas.microsoft.com/office/drawing/2014/main" id="{9D7B9CE3-1AF9-4EAA-A21A-98027913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20240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3 d </a:t>
            </a: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查资料</a:t>
            </a:r>
          </a:p>
        </p:txBody>
      </p:sp>
      <p:sp>
        <p:nvSpPr>
          <p:cNvPr id="26" name="每个说法&#10;带来源">
            <a:extLst xmlns:a="http://schemas.openxmlformats.org/drawingml/2006/main">
              <a:ext uri="{FF2B5EF4-FFF2-40B4-BE49-F238E27FC236}">
                <a16:creationId xmlns:a16="http://schemas.microsoft.com/office/drawing/2014/main" id="{0E50D230-DDF7-4CE9-BA47-587FB66A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202406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每个说法</a:t>
            </a:r>
          </a:p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带来源</a:t>
            </a:r>
          </a:p>
        </p:txBody>
      </p:sp>
      <p:sp>
        <p:nvSpPr>
          <p:cNvPr id="27" name="→">
            <a:extLst xmlns:a="http://schemas.openxmlformats.org/drawingml/2006/main">
              <a:ext uri="{FF2B5EF4-FFF2-40B4-BE49-F238E27FC236}">
                <a16:creationId xmlns:a16="http://schemas.microsoft.com/office/drawing/2014/main" id="{EB36FB78-5D65-4168-A093-7213FB5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24193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E6BCE-EFE3-481B-8EF3-5CB75E3B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1743075"/>
            <a:ext cx="2366963" cy="1828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4 a 评判">
            <a:extLst xmlns:a="http://schemas.openxmlformats.org/drawingml/2006/main">
              <a:ext uri="{FF2B5EF4-FFF2-40B4-BE49-F238E27FC236}">
                <a16:creationId xmlns:a16="http://schemas.microsoft.com/office/drawing/2014/main" id="{B637D0BA-C716-45B4-B7FB-14FF490D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857375"/>
            <a:ext cx="20240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4 a </a:t>
            </a:r>
            <a:r>
              <a: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评判</a:t>
            </a:r>
          </a:p>
        </p:txBody>
      </p:sp>
      <p:sp>
        <p:nvSpPr>
          <p:cNvPr id="30" name="追问每个方向&#10;有几种执行可能">
            <a:extLst xmlns:a="http://schemas.openxmlformats.org/drawingml/2006/main">
              <a:ext uri="{FF2B5EF4-FFF2-40B4-BE49-F238E27FC236}">
                <a16:creationId xmlns:a16="http://schemas.microsoft.com/office/drawing/2014/main" id="{36F5D358-B49A-4300-AFDF-E09591D3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333625"/>
            <a:ext cx="2024063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追问每个方向</a:t>
            </a:r>
          </a:p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有几种执行可能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DE253-19C8-44AC-9A7B-09E8C3F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9537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8B8"/>
            </a:solidFill>
            <a:prstDash val="dash"/>
          </a:ln>
        </p:spPr>
      </p:sp>
      <p:sp>
        <p:nvSpPr>
          <p:cNvPr id="32" name="通过：记入 options，a 可据此提计划">
            <a:extLst xmlns:a="http://schemas.openxmlformats.org/drawingml/2006/main">
              <a:ext uri="{FF2B5EF4-FFF2-40B4-BE49-F238E27FC236}">
                <a16:creationId xmlns:a16="http://schemas.microsoft.com/office/drawing/2014/main" id="{443A115A-5545-402D-9430-1CFAD5B7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通过：记入</a:t>
            </a:r>
            <a:r>
              <a:rPr sz="187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 options</a:t>
            </a:r>
            <a:r>
              <a:rPr sz="18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87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18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可据此提计划</a:t>
            </a:r>
          </a:p>
        </p:txBody>
      </p:sp>
      <p:sp>
        <p:nvSpPr>
          <p:cNvPr id="33" name="不通过：a 先按变招改；三次用完才回到 s，最多两轮">
            <a:extLst xmlns:a="http://schemas.openxmlformats.org/drawingml/2006/main">
              <a:ext uri="{FF2B5EF4-FFF2-40B4-BE49-F238E27FC236}">
                <a16:creationId xmlns:a16="http://schemas.microsoft.com/office/drawing/2014/main" id="{3BFA8C6D-9A34-428E-92EA-1ADC5BD1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053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不通过：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先按变招改；三次用完才回到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s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，最多两轮</a:t>
            </a:r>
          </a:p>
        </p:txBody>
      </p:sp>
      <p:sp>
        <p:nvSpPr>
          <p:cNvPr id="34" name="两轮仍不通过：a 自己提计划并汇报，由你决定继续或重定目标">
            <a:extLst xmlns:a="http://schemas.openxmlformats.org/drawingml/2006/main">
              <a:ext uri="{FF2B5EF4-FFF2-40B4-BE49-F238E27FC236}">
                <a16:creationId xmlns:a16="http://schemas.microsoft.com/office/drawing/2014/main" id="{46F07766-419A-494E-8ABE-0C349E96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两轮仍不通过：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自己提计划并汇报，由你决定继续或重定目标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2C86C2-0BE5-4DD5-B341-BB1F6F8B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34861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kis  类比拆解">
            <a:extLst xmlns:a="http://schemas.openxmlformats.org/drawingml/2006/main">
              <a:ext uri="{FF2B5EF4-FFF2-40B4-BE49-F238E27FC236}">
                <a16:creationId xmlns:a16="http://schemas.microsoft.com/office/drawing/2014/main" id="{4C084DAF-AD08-453F-A7E1-8857E753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kis  </a:t>
            </a:r>
            <a:r>
              <a:rPr sz="165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类比拆解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31CAEB-FE54-4334-91F9-AD367C3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610225"/>
            <a:ext cx="34861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md  逐步指导，含检查点">
            <a:extLst xmlns:a="http://schemas.openxmlformats.org/drawingml/2006/main">
              <a:ext uri="{FF2B5EF4-FFF2-40B4-BE49-F238E27FC236}">
                <a16:creationId xmlns:a16="http://schemas.microsoft.com/office/drawing/2014/main" id="{3AA448AF-133D-4179-887B-9AAA5035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1500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smd  </a:t>
            </a:r>
            <a:r>
              <a:rPr sz="165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逐步指导，含检查点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A13561-8095-4F88-A319-919A72C9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610225"/>
            <a:ext cx="34861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id  把问答写成文件">
            <a:extLst xmlns:a="http://schemas.openxmlformats.org/drawingml/2006/main">
              <a:ext uri="{FF2B5EF4-FFF2-40B4-BE49-F238E27FC236}">
                <a16:creationId xmlns:a16="http://schemas.microsoft.com/office/drawing/2014/main" id="{7DE93D01-8EAE-410A-9ED1-95909411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1500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wid  </a:t>
            </a:r>
            <a:r>
              <a:rPr sz="165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把问答写成文件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08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项目里的管理文件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52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9daf2c9734a4d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6B537-56CA-4326-A341-3CC27512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它们怎么协作；附件管理文件说明」">
            <a:extLst xmlns:a="http://schemas.openxmlformats.org/drawingml/2006/main">
              <a:ext uri="{FF2B5EF4-FFF2-40B4-BE49-F238E27FC236}">
                <a16:creationId xmlns:a16="http://schemas.microsoft.com/office/drawing/2014/main" id="{6A689263-63DB-484E-9F4C-A4CE0755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「它们怎么协作；附件管理文件说明」</a:t>
            </a:r>
          </a:p>
        </p:txBody>
      </p:sp>
      <p:sp>
        <p:nvSpPr>
          <p:cNvPr id="14" name="P08">
            <a:extLst xmlns:a="http://schemas.openxmlformats.org/drawingml/2006/main">
              <a:ext uri="{FF2B5EF4-FFF2-40B4-BE49-F238E27FC236}">
                <a16:creationId xmlns:a16="http://schemas.microsoft.com/office/drawing/2014/main" id="{1B2B6E49-309B-44CB-936E-365ECE33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P08</a:t>
            </a:r>
          </a:p>
        </p:txBody>
      </p:sp>
      <p:sp>
        <p:nvSpPr>
          <p:cNvPr id="15" name="02 / 角色、协作与记忆">
            <a:extLst xmlns:a="http://schemas.openxmlformats.org/drawingml/2006/main">
              <a:ext uri="{FF2B5EF4-FFF2-40B4-BE49-F238E27FC236}">
                <a16:creationId xmlns:a16="http://schemas.microsoft.com/office/drawing/2014/main" id="{51A36D26-22FB-45E7-A0E1-52D485D3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02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角色、协作与记忆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6B7C6-32FA-4864-BD5F-E671ACDF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2495550" cy="346710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8B8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D4657-7B69-4640-81B0-978D30D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57400"/>
            <a:ext cx="2495550" cy="346710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8B8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CE43F-BE9B-4D1E-955F-C5D93D3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57400"/>
            <a:ext cx="5124450" cy="34671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8B8"/>
            </a:solidFill>
            <a:prstDash val="dash"/>
          </a:ln>
        </p:spPr>
      </p:sp>
      <p:sp>
        <p:nvSpPr>
          <p:cNvPr id="19" name="d 维护">
            <a:extLst xmlns:a="http://schemas.openxmlformats.org/drawingml/2006/main">
              <a:ext uri="{FF2B5EF4-FFF2-40B4-BE49-F238E27FC236}">
                <a16:creationId xmlns:a16="http://schemas.microsoft.com/office/drawing/2014/main" id="{2D32E7CC-2827-442A-9782-5DE281E3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717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d </a:t>
            </a:r>
            <a:r>
              <a: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0" name="s 与 a 都可写">
            <a:extLst xmlns:a="http://schemas.openxmlformats.org/drawingml/2006/main">
              <a:ext uri="{FF2B5EF4-FFF2-40B4-BE49-F238E27FC236}">
                <a16:creationId xmlns:a16="http://schemas.microsoft.com/office/drawing/2014/main" id="{3C825361-9DA6-4EFF-9BB3-2F1EBF4E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1717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s </a:t>
            </a:r>
            <a:r>
              <a:rPr sz="195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950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195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都可写</a:t>
            </a:r>
          </a:p>
        </p:txBody>
      </p:sp>
      <p:sp>
        <p:nvSpPr>
          <p:cNvPr id="21" name="a 维护">
            <a:extLst xmlns:a="http://schemas.openxmlformats.org/drawingml/2006/main">
              <a:ext uri="{FF2B5EF4-FFF2-40B4-BE49-F238E27FC236}">
                <a16:creationId xmlns:a16="http://schemas.microsoft.com/office/drawing/2014/main" id="{F375F920-D6AA-48F8-B4BE-B514CE0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7170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AA047-19B4-4980-9BBC-8ABB575A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19425"/>
            <a:ext cx="22288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ata_collected.md&#10;资料">
            <a:extLst xmlns:a="http://schemas.openxmlformats.org/drawingml/2006/main">
              <a:ext uri="{FF2B5EF4-FFF2-40B4-BE49-F238E27FC236}">
                <a16:creationId xmlns:a16="http://schemas.microsoft.com/office/drawing/2014/main" id="{7274DCD3-976E-4555-81AA-A47B14A1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05150"/>
            <a:ext cx="1962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data_collected.md</a:t>
            </a:r>
          </a:p>
          <a:p xmlns:a="http://schemas.openxmlformats.org/drawingml/2006/main">
            <a:pPr algn="ctr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003A8-E4B4-4E86-A77D-D37BB003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19425"/>
            <a:ext cx="22288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ptions.md&#10;选项">
            <a:extLst xmlns:a="http://schemas.openxmlformats.org/drawingml/2006/main">
              <a:ext uri="{FF2B5EF4-FFF2-40B4-BE49-F238E27FC236}">
                <a16:creationId xmlns:a16="http://schemas.microsoft.com/office/drawing/2014/main" id="{67338468-208D-4886-8B6E-883C33BF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105150"/>
            <a:ext cx="1962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options.md</a:t>
            </a:r>
          </a:p>
          <a:p xmlns:a="http://schemas.openxmlformats.org/drawingml/2006/main">
            <a:pPr algn="ctr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6E9CA-5645-47D7-AD34-362D2758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38450"/>
            <a:ext cx="20383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lan.md&#10;计划森林">
            <a:extLst xmlns:a="http://schemas.openxmlformats.org/drawingml/2006/main">
              <a:ext uri="{FF2B5EF4-FFF2-40B4-BE49-F238E27FC236}">
                <a16:creationId xmlns:a16="http://schemas.microsoft.com/office/drawing/2014/main" id="{1DE75C01-6DDC-46E9-9518-96FC4C9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24175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plan.md</a:t>
            </a:r>
          </a:p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计划森林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93E88-53C5-470B-B855-A29AD3CF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2219325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lan_history.md&#10;已完结的计划">
            <a:extLst xmlns:a="http://schemas.openxmlformats.org/drawingml/2006/main">
              <a:ext uri="{FF2B5EF4-FFF2-40B4-BE49-F238E27FC236}">
                <a16:creationId xmlns:a16="http://schemas.microsoft.com/office/drawing/2014/main" id="{975A1404-D476-47AE-AFFB-7BF57196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24175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plan_history.md</a:t>
            </a:r>
          </a:p>
          <a:p xmlns:a="http://schemas.openxmlformats.org/drawingml/2006/main">
            <a:pPr algn="ctr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已完结的计划</a:t>
            </a:r>
          </a:p>
        </p:txBody>
      </p:sp>
      <p:sp>
        <p:nvSpPr>
          <p:cNvPr id="30" name="→">
            <a:extLst xmlns:a="http://schemas.openxmlformats.org/drawingml/2006/main">
              <a:ext uri="{FF2B5EF4-FFF2-40B4-BE49-F238E27FC236}">
                <a16:creationId xmlns:a16="http://schemas.microsoft.com/office/drawing/2014/main" id="{3653E0DD-3E33-4F76-8C5D-FB38A0B3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909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→">
            <a:extLst xmlns:a="http://schemas.openxmlformats.org/drawingml/2006/main">
              <a:ext uri="{FF2B5EF4-FFF2-40B4-BE49-F238E27FC236}">
                <a16:creationId xmlns:a16="http://schemas.microsoft.com/office/drawing/2014/main" id="{FC5960B6-CEA0-484E-B59C-BECFCC85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527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→">
            <a:extLst xmlns:a="http://schemas.openxmlformats.org/drawingml/2006/main">
              <a:ext uri="{FF2B5EF4-FFF2-40B4-BE49-F238E27FC236}">
                <a16:creationId xmlns:a16="http://schemas.microsoft.com/office/drawing/2014/main" id="{96EE6007-14F0-43DA-B84A-E806ED0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76575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支撑">
            <a:extLst xmlns:a="http://schemas.openxmlformats.org/drawingml/2006/main">
              <a:ext uri="{FF2B5EF4-FFF2-40B4-BE49-F238E27FC236}">
                <a16:creationId xmlns:a16="http://schemas.microsoft.com/office/drawing/2014/main" id="{82394CEE-2EC0-49B5-8D4B-91A147F2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43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支撑</a:t>
            </a:r>
          </a:p>
        </p:txBody>
      </p:sp>
      <p:sp>
        <p:nvSpPr>
          <p:cNvPr id="34" name="通过的方向">
            <a:extLst xmlns:a="http://schemas.openxmlformats.org/drawingml/2006/main">
              <a:ext uri="{FF2B5EF4-FFF2-40B4-BE49-F238E27FC236}">
                <a16:creationId xmlns:a16="http://schemas.microsoft.com/office/drawing/2014/main" id="{86EB72EE-3E17-46D1-A2C0-9E29AA8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通过的方向</a:t>
            </a:r>
          </a:p>
        </p:txBody>
      </p:sp>
      <p:sp>
        <p:nvSpPr>
          <p:cNvPr id="35" name="根完结（成功或失败）→ 整棵树迁出">
            <a:extLst xmlns:a="http://schemas.openxmlformats.org/drawingml/2006/main">
              <a:ext uri="{FF2B5EF4-FFF2-40B4-BE49-F238E27FC236}">
                <a16:creationId xmlns:a16="http://schemas.microsoft.com/office/drawing/2014/main" id="{91E0FF44-D959-49E1-A8AA-5CF34E6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57625"/>
            <a:ext cx="4743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根完结（成功或失败）→</a:t>
            </a:r>
            <a:r>
              <a:rPr sz="15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整棵树迁出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F8D0FD-DE67-4351-AB1E-85E5698C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95800"/>
            <a:ext cx="2038350" cy="82867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utline.md&#10;大纲">
            <a:extLst xmlns:a="http://schemas.openxmlformats.org/drawingml/2006/main">
              <a:ext uri="{FF2B5EF4-FFF2-40B4-BE49-F238E27FC236}">
                <a16:creationId xmlns:a16="http://schemas.microsoft.com/office/drawing/2014/main" id="{66B4A20A-75B1-4DA5-9D7E-C254E0E8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581525"/>
            <a:ext cx="17716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outline.md</a:t>
            </a:r>
          </a:p>
          <a:p xmlns:a="http://schemas.openxmlformats.org/drawingml/2006/main">
            <a:pPr algn="ctr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大纲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F151A-5B52-4593-83BF-B5063CBC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2219325" cy="82867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cklogs.md&#10;待办：e 也可更新">
            <a:extLst xmlns:a="http://schemas.openxmlformats.org/drawingml/2006/main">
              <a:ext uri="{FF2B5EF4-FFF2-40B4-BE49-F238E27FC236}">
                <a16:creationId xmlns:a16="http://schemas.microsoft.com/office/drawing/2014/main" id="{39D8B40C-1902-4D00-ACB8-FEE9C4E2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1525"/>
            <a:ext cx="1952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backlogs.md</a:t>
            </a:r>
          </a:p>
          <a:p xmlns:a="http://schemas.openxmlformats.org/drawingml/2006/main">
            <a:pPr algn="ctr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待办：</a:t>
            </a:r>
            <a:r>
              <a:rPr sz="15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e </a:t>
            </a: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也可更新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09908D-F4F2-4FE8-84F8-1DDE39AF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没有就不建；首次提示一次，你同意才建。“不建”只管本次会话">
            <a:extLst xmlns:a="http://schemas.openxmlformats.org/drawingml/2006/main">
              <a:ext uri="{FF2B5EF4-FFF2-40B4-BE49-F238E27FC236}">
                <a16:creationId xmlns:a16="http://schemas.microsoft.com/office/drawing/2014/main" id="{32B670A7-EAA5-4C54-B580-B2DCC120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没有就不建；首次提示一次，你同意才建。“不建”只管本次会话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09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怎么用、怎么装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43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76bd73629406d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8EDB2-E667-4ADE-8B93-0AFE0E84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一眼看懂的用法；安装」">
            <a:extLst xmlns:a="http://schemas.openxmlformats.org/drawingml/2006/main">
              <a:ext uri="{FF2B5EF4-FFF2-40B4-BE49-F238E27FC236}">
                <a16:creationId xmlns:a16="http://schemas.microsoft.com/office/drawing/2014/main" id="{87423BD1-AD19-4CE7-A83B-C8A1725C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「一眼看懂的用法；安装」</a:t>
            </a:r>
          </a:p>
        </p:txBody>
      </p:sp>
      <p:sp>
        <p:nvSpPr>
          <p:cNvPr id="14" name="P09">
            <a:extLst xmlns:a="http://schemas.openxmlformats.org/drawingml/2006/main">
              <a:ext uri="{FF2B5EF4-FFF2-40B4-BE49-F238E27FC236}">
                <a16:creationId xmlns:a16="http://schemas.microsoft.com/office/drawing/2014/main" id="{11921A47-3652-431B-BF85-6D77256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P09</a:t>
            </a:r>
          </a:p>
        </p:txBody>
      </p:sp>
      <p:sp>
        <p:nvSpPr>
          <p:cNvPr id="15" name="03 / 使用、验证程度与许可">
            <a:extLst xmlns:a="http://schemas.openxmlformats.org/drawingml/2006/main">
              <a:ext uri="{FF2B5EF4-FFF2-40B4-BE49-F238E27FC236}">
                <a16:creationId xmlns:a16="http://schemas.microsoft.com/office/drawing/2014/main" id="{04160567-B9EE-465F-9938-33A7C8E6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03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使用、验证程度与许可</a:t>
            </a:r>
          </a:p>
        </p:txBody>
      </p:sp>
      <p:sp>
        <p:nvSpPr>
          <p:cNvPr id="16" name="前缀调用">
            <a:extLst xmlns:a="http://schemas.openxmlformats.org/drawingml/2006/main">
              <a:ext uri="{FF2B5EF4-FFF2-40B4-BE49-F238E27FC236}">
                <a16:creationId xmlns:a16="http://schemas.microsoft.com/office/drawing/2014/main" id="{40CF1034-47F8-42BA-ADDB-E46D06DB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523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前缀调用</a:t>
            </a:r>
          </a:p>
        </p:txBody>
      </p:sp>
      <p:sp>
        <p:nvSpPr>
          <p:cNvPr id="17" name="复制整个 persona-masks/ 文件夹">
            <a:extLst xmlns:a="http://schemas.openxmlformats.org/drawingml/2006/main">
              <a:ext uri="{FF2B5EF4-FFF2-40B4-BE49-F238E27FC236}">
                <a16:creationId xmlns:a16="http://schemas.microsoft.com/office/drawing/2014/main" id="{743068A1-6782-4CC4-BD64-7A89431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00225"/>
            <a:ext cx="502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rPr>
              <a:t>复制整个</a:t>
            </a:r>
            <a:r>
              <a:rPr sz="1950" b="1">
                <a:solidFill>
                  <a:srgbClr val="008A8F"/>
                </a:solidFill>
                <a:latin typeface="Montserrat"/>
                <a:ea typeface="Montserrat"/>
                <a:cs typeface="Montserrat"/>
              </a:rPr>
              <a:t> persona-masks/ </a:t>
            </a:r>
            <a:r>
              <a:rPr sz="1950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rPr>
              <a:t>文件夹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2BAE0-2BCE-4792-B7DB-7C333425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5248275" cy="1419225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$kis$smd#Demo/Q1:">
            <a:extLst xmlns:a="http://schemas.openxmlformats.org/drawingml/2006/main">
              <a:ext uri="{FF2B5EF4-FFF2-40B4-BE49-F238E27FC236}">
                <a16:creationId xmlns:a16="http://schemas.microsoft.com/office/drawing/2014/main" id="{2C59C58D-EC4B-426F-8088-40DD01B3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494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a$kis$smd#Demo/Q1:</a:t>
            </a:r>
          </a:p>
        </p:txBody>
      </p:sp>
      <p:sp>
        <p:nvSpPr>
          <p:cNvPr id="20" name="帮我理解并逐步完成当前任务&#10;模块也可用冒号：a:kis:smd:">
            <a:extLst xmlns:a="http://schemas.openxmlformats.org/drawingml/2006/main">
              <a:ext uri="{FF2B5EF4-FFF2-40B4-BE49-F238E27FC236}">
                <a16:creationId xmlns:a16="http://schemas.microsoft.com/office/drawing/2014/main" id="{4D8379EE-C536-4DFB-B1F8-6243993D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28950"/>
            <a:ext cx="4943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帮我理解并逐步完成当前任务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模块也可用冒号：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a:kis:smd:</a:t>
            </a:r>
          </a:p>
        </p:txBody>
      </p:sp>
      <p:sp>
        <p:nvSpPr>
          <p:cNvPr id="21" name="s: 这个问题有哪些思路？">
            <a:extLst xmlns:a="http://schemas.openxmlformats.org/drawingml/2006/main">
              <a:ext uri="{FF2B5EF4-FFF2-40B4-BE49-F238E27FC236}">
                <a16:creationId xmlns:a16="http://schemas.microsoft.com/office/drawing/2014/main" id="{AE622A82-DB15-43BC-8E30-BC55EE55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38600"/>
            <a:ext cx="4943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s: </a:t>
            </a:r>
            <a:r>
              <a:rPr sz="18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这个问题有哪些思路？</a:t>
            </a:r>
          </a:p>
        </p:txBody>
      </p:sp>
      <p:sp>
        <p:nvSpPr>
          <p:cNvPr id="22" name="直接入口，未经 a 判定">
            <a:extLst xmlns:a="http://schemas.openxmlformats.org/drawingml/2006/main">
              <a:ext uri="{FF2B5EF4-FFF2-40B4-BE49-F238E27FC236}">
                <a16:creationId xmlns:a16="http://schemas.microsoft.com/office/drawing/2014/main" id="{82728726-2FB9-495F-83E5-107635A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29125"/>
            <a:ext cx="494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直接入口，未经</a:t>
            </a: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23" name="asd: 目标……">
            <a:extLst xmlns:a="http://schemas.openxmlformats.org/drawingml/2006/main">
              <a:ext uri="{FF2B5EF4-FFF2-40B4-BE49-F238E27FC236}">
                <a16:creationId xmlns:a16="http://schemas.microsoft.com/office/drawing/2014/main" id="{EA90C85A-09C8-4171-B88E-7411CA81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24425"/>
            <a:ext cx="4943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asd: </a:t>
            </a:r>
            <a:r>
              <a:rPr sz="187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目标……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886FD-876D-4D2B-9450-551059EE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9825"/>
            <a:ext cx="50292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aude Code">
            <a:extLst xmlns:a="http://schemas.openxmlformats.org/drawingml/2006/main">
              <a:ext uri="{FF2B5EF4-FFF2-40B4-BE49-F238E27FC236}">
                <a16:creationId xmlns:a16="http://schemas.microsoft.com/office/drawing/2014/main" id="{5B0B5201-939D-468A-92F0-8C4AEFCB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Claude Code</a:t>
            </a:r>
          </a:p>
        </p:txBody>
      </p:sp>
      <p:sp>
        <p:nvSpPr>
          <p:cNvPr id="26" name="~/.claude/skills/persona-masks/">
            <a:extLst xmlns:a="http://schemas.openxmlformats.org/drawingml/2006/main">
              <a:ext uri="{FF2B5EF4-FFF2-40B4-BE49-F238E27FC236}">
                <a16:creationId xmlns:a16="http://schemas.microsoft.com/office/drawing/2014/main" id="{240448F9-4614-4A1E-80A7-E53F7B02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0375"/>
            <a:ext cx="468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~/.claude/skills/persona-masks/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30C1A4-72FB-4B71-A514-872CB079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67125"/>
            <a:ext cx="50292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dex">
            <a:extLst xmlns:a="http://schemas.openxmlformats.org/drawingml/2006/main">
              <a:ext uri="{FF2B5EF4-FFF2-40B4-BE49-F238E27FC236}">
                <a16:creationId xmlns:a16="http://schemas.microsoft.com/office/drawing/2014/main" id="{D4C37E8C-BF5B-43C9-BD00-23A8E144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Codex</a:t>
            </a:r>
          </a:p>
        </p:txBody>
      </p:sp>
      <p:sp>
        <p:nvSpPr>
          <p:cNvPr id="29" name="~/.agents/skills/persona-masks/">
            <a:extLst xmlns:a="http://schemas.openxmlformats.org/drawingml/2006/main">
              <a:ext uri="{FF2B5EF4-FFF2-40B4-BE49-F238E27FC236}">
                <a16:creationId xmlns:a16="http://schemas.microsoft.com/office/drawing/2014/main" id="{CDC923B4-4F04-4595-B25A-D779D05D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57675"/>
            <a:ext cx="468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~/.agents/skills/persona-masks/</a:t>
            </a:r>
          </a:p>
        </p:txBody>
      </p:sp>
      <p:sp>
        <p:nvSpPr>
          <p:cNvPr id="30" name="两处都装时内容须逐字相同；&#10;同一宿主不重复安装同名包。">
            <a:extLst xmlns:a="http://schemas.openxmlformats.org/drawingml/2006/main">
              <a:ext uri="{FF2B5EF4-FFF2-40B4-BE49-F238E27FC236}">
                <a16:creationId xmlns:a16="http://schemas.microsoft.com/office/drawing/2014/main" id="{A39829CD-D536-470B-8AE7-82D14E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14900"/>
            <a:ext cx="4724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两处都装时内容须逐字相同；</a:t>
            </a:r>
          </a:p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同一宿主不重复安装同名包。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09C4D-1972-4AFF-8BF6-18748010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回复首行标明当前角色，例如：〔a 建筑师#Demo/Q1〕">
            <a:extLst xmlns:a="http://schemas.openxmlformats.org/drawingml/2006/main">
              <a:ext uri="{FF2B5EF4-FFF2-40B4-BE49-F238E27FC236}">
                <a16:creationId xmlns:a16="http://schemas.microsoft.com/office/drawing/2014/main" id="{68E251EF-EEE9-482F-A55E-63F08A79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回复首行标明当前角色，例如：〔</a:t>
            </a:r>
            <a:r>
              <a:rPr sz="18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18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建筑师</a:t>
            </a:r>
            <a:r>
              <a:rPr sz="18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#Demo/Q1</a:t>
            </a:r>
            <a:r>
              <a:rPr sz="18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〕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现状与限制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47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5c2968e5648dc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A8A49-DEA2-47C5-B48F-28DF6A6C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现状与限制」">
            <a:extLst xmlns:a="http://schemas.openxmlformats.org/drawingml/2006/main">
              <a:ext uri="{FF2B5EF4-FFF2-40B4-BE49-F238E27FC236}">
                <a16:creationId xmlns:a16="http://schemas.microsoft.com/office/drawing/2014/main" id="{A98BE7FA-F3E0-4A7F-A06C-16B790C8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「现状与限制」</a:t>
            </a:r>
          </a:p>
        </p:txBody>
      </p:sp>
      <p:sp>
        <p:nvSpPr>
          <p:cNvPr id="14" name="P10">
            <a:extLst xmlns:a="http://schemas.openxmlformats.org/drawingml/2006/main">
              <a:ext uri="{FF2B5EF4-FFF2-40B4-BE49-F238E27FC236}">
                <a16:creationId xmlns:a16="http://schemas.microsoft.com/office/drawing/2014/main" id="{399B427C-90EB-4481-8AA7-1F43CD74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P10</a:t>
            </a:r>
          </a:p>
        </p:txBody>
      </p:sp>
      <p:sp>
        <p:nvSpPr>
          <p:cNvPr id="15" name="03 / 使用、验证程度与许可">
            <a:extLst xmlns:a="http://schemas.openxmlformats.org/drawingml/2006/main">
              <a:ext uri="{FF2B5EF4-FFF2-40B4-BE49-F238E27FC236}">
                <a16:creationId xmlns:a16="http://schemas.microsoft.com/office/drawing/2014/main" id="{C5E1F675-8B19-4740-A523-F2058F32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03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使用、验证程度与许可</a:t>
            </a:r>
          </a:p>
        </p:txBody>
      </p:sp>
      <p:sp>
        <p:nvSpPr>
          <p:cNvPr id="16" name="验证到什么程度">
            <a:extLst xmlns:a="http://schemas.openxmlformats.org/drawingml/2006/main">
              <a:ext uri="{FF2B5EF4-FFF2-40B4-BE49-F238E27FC236}">
                <a16:creationId xmlns:a16="http://schemas.microsoft.com/office/drawing/2014/main" id="{30D858A0-C9A1-4010-8037-4B10D39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验证到什么程度</a:t>
            </a:r>
          </a:p>
        </p:txBody>
      </p:sp>
      <p:sp>
        <p:nvSpPr>
          <p:cNvPr id="17" name="机制与适用边界">
            <a:extLst xmlns:a="http://schemas.openxmlformats.org/drawingml/2006/main">
              <a:ext uri="{FF2B5EF4-FFF2-40B4-BE49-F238E27FC236}">
                <a16:creationId xmlns:a16="http://schemas.microsoft.com/office/drawing/2014/main" id="{A4D52139-EE8D-49D1-8DBC-C6A81B13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95450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8F"/>
                </a:solidFill>
                <a:latin typeface="Microsoft YaHei"/>
                <a:ea typeface="Microsoft YaHei"/>
                <a:cs typeface="Microsoft YaHei"/>
              </a:rPr>
              <a:t>机制与适用边界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C4DED-06BB-4274-93F7-44AB91D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5381625" cy="3962400"/>
          </a:xfrm>
          <a:prstGeom xmlns:a="http://schemas.openxmlformats.org/drawingml/2006/main" prst="roundRect">
            <a:avLst>
              <a:gd name="adj" fmla="val 1442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、c、e：作者用于教科书写作，&#10;没有对照实验。">
            <a:extLst xmlns:a="http://schemas.openxmlformats.org/drawingml/2006/main">
              <a:ext uri="{FF2B5EF4-FFF2-40B4-BE49-F238E27FC236}">
                <a16:creationId xmlns:a16="http://schemas.microsoft.com/office/drawing/2014/main" id="{A1A5B354-34D9-4EC5-A4D9-9AEA9593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71725"/>
            <a:ext cx="5038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a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c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e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：作者用于教科书写作，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没有对照实验。</a:t>
            </a:r>
          </a:p>
        </p:txBody>
      </p:sp>
      <p:sp>
        <p:nvSpPr>
          <p:cNvPr id="20" name="asd：已用于真实项目；options 去重&#10;效果显著是作者评价，没有对照数据，&#10;尚未完全">
            <a:extLst xmlns:a="http://schemas.openxmlformats.org/drawingml/2006/main">
              <a:ext uri="{FF2B5EF4-FFF2-40B4-BE49-F238E27FC236}">
                <a16:creationId xmlns:a16="http://schemas.microsoft.com/office/drawing/2014/main" id="{93407D91-177A-41DE-AA78-B5CC0E1C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0"/>
            <a:ext cx="50387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asd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：已用于真实项目；</a:t>
            </a:r>
            <a:r>
              <a:rPr sz="1800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options </a:t>
            </a: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去重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效果显著是作者评价，没有对照数据，</a:t>
            </a:r>
          </a:p>
          <a:p xmlns:a="http://schemas.openxmlformats.org/drawingml/2006/main">
            <a:pPr algn="l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尚未完全验证。</a:t>
            </a:r>
          </a:p>
        </p:txBody>
      </p:sp>
      <p:sp>
        <p:nvSpPr>
          <p:cNvPr id="21" name="其他新功能尚未长期试用：默认入口、&#10;自动呼叫 s、plan 森林、首次提示、&#10;三次变招、默">
            <a:extLst xmlns:a="http://schemas.openxmlformats.org/drawingml/2006/main">
              <a:ext uri="{FF2B5EF4-FFF2-40B4-BE49-F238E27FC236}">
                <a16:creationId xmlns:a16="http://schemas.microsoft.com/office/drawing/2014/main" id="{67C51F95-E087-4756-82F2-329253DF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50387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其他新功能尚未长期试用：默认入口、</a:t>
            </a:r>
          </a:p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自动呼叫</a:t>
            </a: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s</a:t>
            </a: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plan </a:t>
            </a: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森林、首次提示、</a:t>
            </a:r>
          </a:p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三次变招、默认子</a:t>
            </a: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agent </a:t>
            </a: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派</a:t>
            </a: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e</a:t>
            </a: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a 读 options 的范围只有行为规则，&#10;没有机制保证。">
            <a:extLst xmlns:a="http://schemas.openxmlformats.org/drawingml/2006/main">
              <a:ext uri="{FF2B5EF4-FFF2-40B4-BE49-F238E27FC236}">
                <a16:creationId xmlns:a16="http://schemas.microsoft.com/office/drawing/2014/main" id="{2C040AE6-CAC1-497B-8E0B-DEA5C6AC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76875"/>
            <a:ext cx="50387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 </a:t>
            </a:r>
            <a:r>
              <a:rPr sz="17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读</a:t>
            </a:r>
            <a:r>
              <a:rPr sz="1725" b="1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 options </a:t>
            </a:r>
            <a:r>
              <a:rPr sz="17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的范围只有行为规则，</a:t>
            </a:r>
          </a:p>
          <a:p xmlns:a="http://schemas.openxmlformats.org/drawingml/2006/main">
            <a:pPr algn="l">
              <a:defRPr sz="17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没有机制保证。</a:t>
            </a:r>
          </a:p>
        </p:txBody>
      </p:sp>
      <p:sp>
        <p:nvSpPr>
          <p:cNvPr id="23" name="试用版">
            <a:extLst xmlns:a="http://schemas.openxmlformats.org/drawingml/2006/main">
              <a:ext uri="{FF2B5EF4-FFF2-40B4-BE49-F238E27FC236}">
                <a16:creationId xmlns:a16="http://schemas.microsoft.com/office/drawing/2014/main" id="{0502F8DB-7259-4FCC-B32B-FA933C84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76475"/>
            <a:ext cx="1266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试用版</a:t>
            </a:r>
          </a:p>
        </p:txBody>
      </p:sp>
      <p:sp>
        <p:nvSpPr>
          <p:cNvPr id="24" name="尚未证明比普通提示更有效">
            <a:extLst xmlns:a="http://schemas.openxmlformats.org/drawingml/2006/main">
              <a:ext uri="{FF2B5EF4-FFF2-40B4-BE49-F238E27FC236}">
                <a16:creationId xmlns:a16="http://schemas.microsoft.com/office/drawing/2014/main" id="{85C9CD22-891D-41E6-863D-0B3D2F9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76475"/>
            <a:ext cx="3552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尚未证明比普通提示更有效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5985B-2103-4A24-8852-07DAEBB9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0375"/>
            <a:ext cx="4953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不提供">
            <a:extLst xmlns:a="http://schemas.openxmlformats.org/drawingml/2006/main">
              <a:ext uri="{FF2B5EF4-FFF2-40B4-BE49-F238E27FC236}">
                <a16:creationId xmlns:a16="http://schemas.microsoft.com/office/drawing/2014/main" id="{C2038EE1-EA3A-4838-B1D3-434AF860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1266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不提供</a:t>
            </a:r>
          </a:p>
        </p:txBody>
      </p:sp>
      <p:sp>
        <p:nvSpPr>
          <p:cNvPr id="27" name="强制路由、后台监听、服务或数据库">
            <a:extLst xmlns:a="http://schemas.openxmlformats.org/drawingml/2006/main">
              <a:ext uri="{FF2B5EF4-FFF2-40B4-BE49-F238E27FC236}">
                <a16:creationId xmlns:a16="http://schemas.microsoft.com/office/drawing/2014/main" id="{4CC1C025-5DA3-4FFF-A352-EEE6CD14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67050"/>
            <a:ext cx="3552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强制路由、后台监听、服务或数据库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50947-452B-42F2-BCA8-504F742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90950"/>
            <a:ext cx="4953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未验证">
            <a:extLst xmlns:a="http://schemas.openxmlformats.org/drawingml/2006/main">
              <a:ext uri="{FF2B5EF4-FFF2-40B4-BE49-F238E27FC236}">
                <a16:creationId xmlns:a16="http://schemas.microsoft.com/office/drawing/2014/main" id="{0D2738BC-06DC-42B6-AE6D-D455584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57625"/>
            <a:ext cx="1266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未验证</a:t>
            </a:r>
          </a:p>
        </p:txBody>
      </p:sp>
      <p:sp>
        <p:nvSpPr>
          <p:cNvPr id="30" name="c、d 偏好外部 CLI 并可回退；各环境未逐一实测">
            <a:extLst xmlns:a="http://schemas.openxmlformats.org/drawingml/2006/main">
              <a:ext uri="{FF2B5EF4-FFF2-40B4-BE49-F238E27FC236}">
                <a16:creationId xmlns:a16="http://schemas.microsoft.com/office/drawing/2014/main" id="{94872AA3-32AE-4A50-AD0B-12B907BA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57625"/>
            <a:ext cx="3552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c</a:t>
            </a: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d </a:t>
            </a: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偏好外部</a:t>
            </a:r>
            <a:r>
              <a:rPr sz="172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 CLI </a:t>
            </a: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并可回退；各环境未逐一实测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EFFD32-99FD-4B34-A752-78B94C1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81525"/>
            <a:ext cx="4953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未验证">
            <a:extLst xmlns:a="http://schemas.openxmlformats.org/drawingml/2006/main">
              <a:ext uri="{FF2B5EF4-FFF2-40B4-BE49-F238E27FC236}">
                <a16:creationId xmlns:a16="http://schemas.microsoft.com/office/drawing/2014/main" id="{F5854498-842F-410C-A81B-A24C760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1266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未验证</a:t>
            </a:r>
          </a:p>
        </p:txBody>
      </p:sp>
      <p:sp>
        <p:nvSpPr>
          <p:cNvPr id="33" name="网页端仅精简使用；限制未经官方核实，也未实测">
            <a:extLst xmlns:a="http://schemas.openxmlformats.org/drawingml/2006/main">
              <a:ext uri="{FF2B5EF4-FFF2-40B4-BE49-F238E27FC236}">
                <a16:creationId xmlns:a16="http://schemas.microsoft.com/office/drawing/2014/main" id="{06CD8B15-4404-4937-8DC9-5B58D47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48200"/>
            <a:ext cx="3552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网页端仅精简使用；限制未经官方核实，也未实测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C0919A-C866-4DC7-BE0B-13724342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72100"/>
            <a:ext cx="4953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不随包分发">
            <a:extLst xmlns:a="http://schemas.openxmlformats.org/drawingml/2006/main">
              <a:ext uri="{FF2B5EF4-FFF2-40B4-BE49-F238E27FC236}">
                <a16:creationId xmlns:a16="http://schemas.microsoft.com/office/drawing/2014/main" id="{73493C2A-45DF-4ED1-B919-1A3A6728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38775"/>
            <a:ext cx="1266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不随包分发</a:t>
            </a:r>
          </a:p>
        </p:txBody>
      </p:sp>
      <p:sp>
        <p:nvSpPr>
          <p:cNvPr id="36" name="个人规则与调整日志&#10;放自己的资料目录">
            <a:extLst xmlns:a="http://schemas.openxmlformats.org/drawingml/2006/main">
              <a:ext uri="{FF2B5EF4-FFF2-40B4-BE49-F238E27FC236}">
                <a16:creationId xmlns:a16="http://schemas.microsoft.com/office/drawing/2014/main" id="{C3B5552B-E0C1-4917-BC44-EE80CD9B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38775"/>
            <a:ext cx="35528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个人规则与调整日志</a:t>
            </a:r>
          </a:p>
          <a:p xmlns:a="http://schemas.openxmlformats.org/drawingml/2006/main">
            <a:pPr algn="l">
              <a:def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放自己的资料目录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顶部识别条">
            <a:extLst xmlns:a="http://schemas.openxmlformats.org/drawingml/2006/main">
              <a:ext uri="{FF2B5EF4-FFF2-40B4-BE49-F238E27FC236}">
                <a16:creationId xmlns:a16="http://schemas.microsoft.com/office/drawing/2014/main" id="{A62BE1B8-94AF-472B-8C03-7539B8A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00E1"/>
          </a:solidFill>
          <a:ln xmlns:a="http://schemas.openxmlformats.org/drawingml/2006/main" w="0">
            <a:noFill/>
          </a:ln>
        </p:spPr>
      </p:sp>
      <p:sp>
        <p:nvSpPr>
          <p:cNvPr id="2" name="色块">
            <a:extLst xmlns:a="http://schemas.openxmlformats.org/drawingml/2006/main">
              <a:ext uri="{FF2B5EF4-FFF2-40B4-BE49-F238E27FC236}">
                <a16:creationId xmlns:a16="http://schemas.microsoft.com/office/drawing/2014/main" id="{2C3BF67B-F8C7-4AED-8FE0-BBF6F64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3" name="色块">
            <a:extLst xmlns:a="http://schemas.openxmlformats.org/drawingml/2006/main">
              <a:ext uri="{FF2B5EF4-FFF2-40B4-BE49-F238E27FC236}">
                <a16:creationId xmlns:a16="http://schemas.microsoft.com/office/drawing/2014/main" id="{62AC8C08-A86A-42A1-B136-244E5BA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4" name="色块">
            <a:extLst xmlns:a="http://schemas.openxmlformats.org/drawingml/2006/main">
              <a:ext uri="{FF2B5EF4-FFF2-40B4-BE49-F238E27FC236}">
                <a16:creationId xmlns:a16="http://schemas.microsoft.com/office/drawing/2014/main" id="{CE8E8F0E-C7C4-4E0A-BD17-6611DF0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5" name="色块">
            <a:extLst xmlns:a="http://schemas.openxmlformats.org/drawingml/2006/main">
              <a:ext uri="{FF2B5EF4-FFF2-40B4-BE49-F238E27FC236}">
                <a16:creationId xmlns:a16="http://schemas.microsoft.com/office/drawing/2014/main" id="{8373644D-AF23-4D2E-B25C-2F77608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0662"/>
          </a:solidFill>
          <a:ln xmlns:a="http://schemas.openxmlformats.org/drawingml/2006/main" w="0">
            <a:noFill/>
          </a:ln>
        </p:spPr>
      </p:sp>
      <p:sp>
        <p:nvSpPr>
          <p:cNvPr id="6" name="色块">
            <a:extLst xmlns:a="http://schemas.openxmlformats.org/drawingml/2006/main">
              <a:ext uri="{FF2B5EF4-FFF2-40B4-BE49-F238E27FC236}">
                <a16:creationId xmlns:a16="http://schemas.microsoft.com/office/drawing/2014/main" id="{D37995D9-36F7-4EEA-8055-D79F5D5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10915650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EE6F3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l_3 超椭圆 1">
            <a:extLst xmlns:a="http://schemas.openxmlformats.org/drawingml/2006/main">
              <a:ext uri="{FF2B5EF4-FFF2-40B4-BE49-F238E27FC236}">
                <a16:creationId xmlns:a16="http://schemas.microsoft.com/office/drawing/2014/main" id="{98BAFE9E-EF80-40F1-8944-372ECE6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723900" cy="723900"/>
          </a:xfrm>
          <a:custGeom xmlns:a="http://schemas.openxmlformats.org/drawingml/2006/main">
            <a:pathLst>
              <a:path w="100000000" h="100000000">
                <a:moveTo>
                  <a:pt x="100000000" y="50000000"/>
                </a:moveTo>
                <a:cubicBezTo>
                  <a:pt x="100000000" y="50818123"/>
                  <a:pt x="100000003" y="51636277"/>
                  <a:pt x="99998024" y="52456245"/>
                </a:cubicBezTo>
                <a:cubicBezTo>
                  <a:pt x="99996045" y="53276213"/>
                  <a:pt x="99992089" y="54097995"/>
                  <a:pt x="99984086" y="54923003"/>
                </a:cubicBezTo>
                <a:cubicBezTo>
                  <a:pt x="99976083" y="55748011"/>
                  <a:pt x="99964037" y="56576248"/>
                  <a:pt x="99945719" y="57408748"/>
                </a:cubicBezTo>
                <a:cubicBezTo>
                  <a:pt x="99927401" y="58241247"/>
                  <a:pt x="99902815" y="59078014"/>
                  <a:pt x="99869514" y="59919663"/>
                </a:cubicBezTo>
                <a:cubicBezTo>
                  <a:pt x="99836213" y="60761313"/>
                  <a:pt x="99794200" y="61607850"/>
                  <a:pt x="99740770" y="62459414"/>
                </a:cubicBezTo>
                <a:cubicBezTo>
                  <a:pt x="99687340" y="63310978"/>
                  <a:pt x="99622493" y="64167574"/>
                  <a:pt x="99543245" y="65028779"/>
                </a:cubicBezTo>
                <a:cubicBezTo>
                  <a:pt x="99463998" y="65889984"/>
                  <a:pt x="99370348" y="66755806"/>
                  <a:pt x="99259048" y="67625169"/>
                </a:cubicBezTo>
                <a:cubicBezTo>
                  <a:pt x="99147747" y="68494532"/>
                  <a:pt x="99018791" y="69367444"/>
                  <a:pt x="98868726" y="70242089"/>
                </a:cubicBezTo>
                <a:cubicBezTo>
                  <a:pt x="98718660" y="71116734"/>
                  <a:pt x="98547476" y="71993117"/>
                  <a:pt x="98351630" y="72868618"/>
                </a:cubicBezTo>
                <a:cubicBezTo>
                  <a:pt x="98155784" y="73744119"/>
                  <a:pt x="97935263" y="74618736"/>
                  <a:pt x="97686618" y="75489029"/>
                </a:cubicBezTo>
                <a:cubicBezTo>
                  <a:pt x="97437974" y="76359321"/>
                  <a:pt x="97161188" y="77225280"/>
                  <a:pt x="96853157" y="78082702"/>
                </a:cubicBezTo>
                <a:cubicBezTo>
                  <a:pt x="96545126" y="78940123"/>
                  <a:pt x="96205829" y="79788992"/>
                  <a:pt x="95832805" y="80624502"/>
                </a:cubicBezTo>
                <a:cubicBezTo>
                  <a:pt x="95459781" y="81460011"/>
                  <a:pt x="95053010" y="82282141"/>
                  <a:pt x="94610983" y="83085760"/>
                </a:cubicBezTo>
                <a:cubicBezTo>
                  <a:pt x="94168956" y="83889379"/>
                  <a:pt x="93691658" y="84674460"/>
                  <a:pt x="93178801" y="85435926"/>
                </a:cubicBezTo>
                <a:cubicBezTo>
                  <a:pt x="92665943" y="86197391"/>
                  <a:pt x="92117520" y="86935212"/>
                  <a:pt x="91534626" y="87644791"/>
                </a:cubicBezTo>
                <a:cubicBezTo>
                  <a:pt x="90951732" y="88354370"/>
                  <a:pt x="90334371" y="89035682"/>
                  <a:pt x="89685026" y="89685026"/>
                </a:cubicBezTo>
                <a:cubicBezTo>
                  <a:pt x="89035682" y="90334371"/>
                  <a:pt x="88354370" y="90951732"/>
                  <a:pt x="87644791" y="91534626"/>
                </a:cubicBezTo>
                <a:cubicBezTo>
                  <a:pt x="86935212" y="92117520"/>
                  <a:pt x="86197391" y="92665943"/>
                  <a:pt x="85435926" y="93178801"/>
                </a:cubicBezTo>
                <a:cubicBezTo>
                  <a:pt x="84674460" y="93691658"/>
                  <a:pt x="83889379" y="94168956"/>
                  <a:pt x="83085760" y="94610983"/>
                </a:cubicBezTo>
                <a:cubicBezTo>
                  <a:pt x="82282141" y="95053010"/>
                  <a:pt x="81460011" y="95459781"/>
                  <a:pt x="80624502" y="95832805"/>
                </a:cubicBezTo>
                <a:cubicBezTo>
                  <a:pt x="79788992" y="96205829"/>
                  <a:pt x="78940123" y="96545126"/>
                  <a:pt x="78082702" y="96853157"/>
                </a:cubicBezTo>
                <a:cubicBezTo>
                  <a:pt x="77225280" y="97161188"/>
                  <a:pt x="76359321" y="97437974"/>
                  <a:pt x="75489029" y="97686618"/>
                </a:cubicBezTo>
                <a:cubicBezTo>
                  <a:pt x="74618736" y="97935263"/>
                  <a:pt x="73744119" y="98155784"/>
                  <a:pt x="72868618" y="98351630"/>
                </a:cubicBezTo>
                <a:cubicBezTo>
                  <a:pt x="71993117" y="98547476"/>
                  <a:pt x="71116734" y="98718660"/>
                  <a:pt x="70242089" y="98868726"/>
                </a:cubicBezTo>
                <a:cubicBezTo>
                  <a:pt x="69367444" y="99018791"/>
                  <a:pt x="68494532" y="99147747"/>
                  <a:pt x="67625169" y="99259048"/>
                </a:cubicBezTo>
                <a:cubicBezTo>
                  <a:pt x="66755806" y="99370348"/>
                  <a:pt x="65889984" y="99463998"/>
                  <a:pt x="65028779" y="99543245"/>
                </a:cubicBezTo>
                <a:cubicBezTo>
                  <a:pt x="64167574" y="99622493"/>
                  <a:pt x="63310978" y="99687340"/>
                  <a:pt x="62459414" y="99740770"/>
                </a:cubicBezTo>
                <a:cubicBezTo>
                  <a:pt x="61607850" y="99794200"/>
                  <a:pt x="60761313" y="99836213"/>
                  <a:pt x="59919663" y="99869514"/>
                </a:cubicBezTo>
                <a:cubicBezTo>
                  <a:pt x="59078014" y="99902815"/>
                  <a:pt x="58241247" y="99927401"/>
                  <a:pt x="57408748" y="99945719"/>
                </a:cubicBezTo>
                <a:cubicBezTo>
                  <a:pt x="56576248" y="99964037"/>
                  <a:pt x="55748011" y="99976083"/>
                  <a:pt x="54923003" y="99984086"/>
                </a:cubicBezTo>
                <a:cubicBezTo>
                  <a:pt x="54097995" y="99992089"/>
                  <a:pt x="53276213" y="99996045"/>
                  <a:pt x="52456245" y="99998024"/>
                </a:cubicBezTo>
                <a:cubicBezTo>
                  <a:pt x="51636277" y="100000003"/>
                  <a:pt x="50818123" y="100000000"/>
                  <a:pt x="50000000" y="100000000"/>
                </a:cubicBezTo>
                <a:cubicBezTo>
                  <a:pt x="49181877" y="100000000"/>
                  <a:pt x="48363723" y="100000003"/>
                  <a:pt x="47543755" y="99998024"/>
                </a:cubicBezTo>
                <a:cubicBezTo>
                  <a:pt x="46723787" y="99996045"/>
                  <a:pt x="45902005" y="99992089"/>
                  <a:pt x="45076997" y="99984086"/>
                </a:cubicBezTo>
                <a:cubicBezTo>
                  <a:pt x="44251989" y="99976083"/>
                  <a:pt x="43423752" y="99964037"/>
                  <a:pt x="42591252" y="99945719"/>
                </a:cubicBezTo>
                <a:cubicBezTo>
                  <a:pt x="41758753" y="99927401"/>
                  <a:pt x="40921986" y="99902815"/>
                  <a:pt x="40080337" y="99869514"/>
                </a:cubicBezTo>
                <a:cubicBezTo>
                  <a:pt x="39238687" y="99836213"/>
                  <a:pt x="38392150" y="99794200"/>
                  <a:pt x="37540586" y="99740770"/>
                </a:cubicBezTo>
                <a:cubicBezTo>
                  <a:pt x="36689022" y="99687340"/>
                  <a:pt x="35832426" y="99622493"/>
                  <a:pt x="34971221" y="99543245"/>
                </a:cubicBezTo>
                <a:cubicBezTo>
                  <a:pt x="34110016" y="99463998"/>
                  <a:pt x="33244194" y="99370348"/>
                  <a:pt x="32374831" y="99259048"/>
                </a:cubicBezTo>
                <a:cubicBezTo>
                  <a:pt x="31505468" y="99147747"/>
                  <a:pt x="30632556" y="99018791"/>
                  <a:pt x="29757911" y="98868726"/>
                </a:cubicBezTo>
                <a:cubicBezTo>
                  <a:pt x="28883266" y="98718660"/>
                  <a:pt x="28006883" y="98547476"/>
                  <a:pt x="27131382" y="98351630"/>
                </a:cubicBezTo>
                <a:cubicBezTo>
                  <a:pt x="26255881" y="98155784"/>
                  <a:pt x="25381264" y="97935263"/>
                  <a:pt x="24510971" y="97686618"/>
                </a:cubicBezTo>
                <a:cubicBezTo>
                  <a:pt x="23640679" y="97437974"/>
                  <a:pt x="22774720" y="97161188"/>
                  <a:pt x="21917298" y="96853157"/>
                </a:cubicBezTo>
                <a:cubicBezTo>
                  <a:pt x="21059877" y="96545126"/>
                  <a:pt x="20211008" y="96205829"/>
                  <a:pt x="19375498" y="95832805"/>
                </a:cubicBezTo>
                <a:cubicBezTo>
                  <a:pt x="18539989" y="95459781"/>
                  <a:pt x="17717859" y="95053010"/>
                  <a:pt x="16914240" y="94610983"/>
                </a:cubicBezTo>
                <a:cubicBezTo>
                  <a:pt x="16110621" y="94168956"/>
                  <a:pt x="15325540" y="93691658"/>
                  <a:pt x="14564074" y="93178801"/>
                </a:cubicBezTo>
                <a:cubicBezTo>
                  <a:pt x="13802609" y="92665943"/>
                  <a:pt x="13064788" y="92117520"/>
                  <a:pt x="12355209" y="91534626"/>
                </a:cubicBezTo>
                <a:cubicBezTo>
                  <a:pt x="11645630" y="90951732"/>
                  <a:pt x="10964318" y="90334371"/>
                  <a:pt x="10314974" y="89685026"/>
                </a:cubicBezTo>
                <a:cubicBezTo>
                  <a:pt x="9665629" y="89035682"/>
                  <a:pt x="9048268" y="88354370"/>
                  <a:pt x="8465374" y="87644791"/>
                </a:cubicBezTo>
                <a:cubicBezTo>
                  <a:pt x="7882480" y="86935212"/>
                  <a:pt x="7334057" y="86197391"/>
                  <a:pt x="6821199" y="85435926"/>
                </a:cubicBezTo>
                <a:cubicBezTo>
                  <a:pt x="6308342" y="84674460"/>
                  <a:pt x="5831044" y="83889379"/>
                  <a:pt x="5389017" y="83085760"/>
                </a:cubicBezTo>
                <a:cubicBezTo>
                  <a:pt x="4946990" y="82282141"/>
                  <a:pt x="4540219" y="81460011"/>
                  <a:pt x="4167195" y="80624502"/>
                </a:cubicBezTo>
                <a:cubicBezTo>
                  <a:pt x="3794171" y="79788992"/>
                  <a:pt x="3454874" y="78940123"/>
                  <a:pt x="3146843" y="78082702"/>
                </a:cubicBezTo>
                <a:cubicBezTo>
                  <a:pt x="2838812" y="77225280"/>
                  <a:pt x="2562026" y="76359321"/>
                  <a:pt x="2313382" y="75489029"/>
                </a:cubicBezTo>
                <a:cubicBezTo>
                  <a:pt x="2064737" y="74618736"/>
                  <a:pt x="1844216" y="73744119"/>
                  <a:pt x="1648370" y="72868618"/>
                </a:cubicBezTo>
                <a:cubicBezTo>
                  <a:pt x="1452524" y="71993117"/>
                  <a:pt x="1281340" y="71116734"/>
                  <a:pt x="1131274" y="70242089"/>
                </a:cubicBezTo>
                <a:cubicBezTo>
                  <a:pt x="981209" y="69367444"/>
                  <a:pt x="852253" y="68494532"/>
                  <a:pt x="740952" y="67625169"/>
                </a:cubicBezTo>
                <a:cubicBezTo>
                  <a:pt x="629652" y="66755806"/>
                  <a:pt x="536002" y="65889984"/>
                  <a:pt x="456755" y="65028779"/>
                </a:cubicBezTo>
                <a:cubicBezTo>
                  <a:pt x="377507" y="64167574"/>
                  <a:pt x="312660" y="63310978"/>
                  <a:pt x="259230" y="62459414"/>
                </a:cubicBezTo>
                <a:cubicBezTo>
                  <a:pt x="205800" y="61607850"/>
                  <a:pt x="163787" y="60761313"/>
                  <a:pt x="130486" y="59919663"/>
                </a:cubicBezTo>
                <a:cubicBezTo>
                  <a:pt x="97185" y="59078014"/>
                  <a:pt x="72599" y="58241247"/>
                  <a:pt x="54281" y="57408748"/>
                </a:cubicBezTo>
                <a:cubicBezTo>
                  <a:pt x="35963" y="56576248"/>
                  <a:pt x="23917" y="55748011"/>
                  <a:pt x="15914" y="54923003"/>
                </a:cubicBezTo>
                <a:cubicBezTo>
                  <a:pt x="7911" y="54097995"/>
                  <a:pt x="3955" y="53276213"/>
                  <a:pt x="1976" y="52456245"/>
                </a:cubicBezTo>
                <a:cubicBezTo>
                  <a:pt x="-3" y="51636277"/>
                  <a:pt x="0" y="50818123"/>
                  <a:pt x="0" y="50000000"/>
                </a:cubicBezTo>
                <a:cubicBezTo>
                  <a:pt x="0" y="49181877"/>
                  <a:pt x="-3" y="48363723"/>
                  <a:pt x="1976" y="47543755"/>
                </a:cubicBezTo>
                <a:cubicBezTo>
                  <a:pt x="3955" y="46723787"/>
                  <a:pt x="7911" y="45902005"/>
                  <a:pt x="15914" y="45076997"/>
                </a:cubicBezTo>
                <a:cubicBezTo>
                  <a:pt x="23917" y="44251989"/>
                  <a:pt x="35963" y="43423752"/>
                  <a:pt x="54281" y="42591252"/>
                </a:cubicBezTo>
                <a:cubicBezTo>
                  <a:pt x="72599" y="41758753"/>
                  <a:pt x="97185" y="40921986"/>
                  <a:pt x="130486" y="40080337"/>
                </a:cubicBezTo>
                <a:cubicBezTo>
                  <a:pt x="163787" y="39238687"/>
                  <a:pt x="205800" y="38392150"/>
                  <a:pt x="259230" y="37540586"/>
                </a:cubicBezTo>
                <a:cubicBezTo>
                  <a:pt x="312660" y="36689022"/>
                  <a:pt x="377507" y="35832426"/>
                  <a:pt x="456755" y="34971221"/>
                </a:cubicBezTo>
                <a:cubicBezTo>
                  <a:pt x="536002" y="34110016"/>
                  <a:pt x="629652" y="33244194"/>
                  <a:pt x="740952" y="32374831"/>
                </a:cubicBezTo>
                <a:cubicBezTo>
                  <a:pt x="852253" y="31505468"/>
                  <a:pt x="981209" y="30632556"/>
                  <a:pt x="1131274" y="29757911"/>
                </a:cubicBezTo>
                <a:cubicBezTo>
                  <a:pt x="1281340" y="28883266"/>
                  <a:pt x="1452524" y="28006883"/>
                  <a:pt x="1648370" y="27131382"/>
                </a:cubicBezTo>
                <a:cubicBezTo>
                  <a:pt x="1844216" y="26255881"/>
                  <a:pt x="2064737" y="25381264"/>
                  <a:pt x="2313382" y="24510971"/>
                </a:cubicBezTo>
                <a:cubicBezTo>
                  <a:pt x="2562026" y="23640679"/>
                  <a:pt x="2838812" y="22774720"/>
                  <a:pt x="3146843" y="21917298"/>
                </a:cubicBezTo>
                <a:cubicBezTo>
                  <a:pt x="3454874" y="21059877"/>
                  <a:pt x="3794171" y="20211008"/>
                  <a:pt x="4167195" y="19375498"/>
                </a:cubicBezTo>
                <a:cubicBezTo>
                  <a:pt x="4540219" y="18539989"/>
                  <a:pt x="4946990" y="17717859"/>
                  <a:pt x="5389017" y="16914240"/>
                </a:cubicBezTo>
                <a:cubicBezTo>
                  <a:pt x="5831044" y="16110621"/>
                  <a:pt x="6308342" y="15325540"/>
                  <a:pt x="6821199" y="14564074"/>
                </a:cubicBezTo>
                <a:cubicBezTo>
                  <a:pt x="7334057" y="13802609"/>
                  <a:pt x="7882480" y="13064788"/>
                  <a:pt x="8465374" y="12355209"/>
                </a:cubicBezTo>
                <a:cubicBezTo>
                  <a:pt x="9048268" y="11645630"/>
                  <a:pt x="9665629" y="10964318"/>
                  <a:pt x="10314974" y="10314974"/>
                </a:cubicBezTo>
                <a:cubicBezTo>
                  <a:pt x="10964318" y="9665629"/>
                  <a:pt x="11645630" y="9048268"/>
                  <a:pt x="12355209" y="8465374"/>
                </a:cubicBezTo>
                <a:cubicBezTo>
                  <a:pt x="13064788" y="7882480"/>
                  <a:pt x="13802609" y="7334057"/>
                  <a:pt x="14564074" y="6821199"/>
                </a:cubicBezTo>
                <a:cubicBezTo>
                  <a:pt x="15325540" y="6308342"/>
                  <a:pt x="16110621" y="5831044"/>
                  <a:pt x="16914240" y="5389017"/>
                </a:cubicBezTo>
                <a:cubicBezTo>
                  <a:pt x="17717859" y="4946990"/>
                  <a:pt x="18539989" y="4540219"/>
                  <a:pt x="19375498" y="4167195"/>
                </a:cubicBezTo>
                <a:cubicBezTo>
                  <a:pt x="20211008" y="3794171"/>
                  <a:pt x="21059877" y="3454874"/>
                  <a:pt x="21917298" y="3146843"/>
                </a:cubicBezTo>
                <a:cubicBezTo>
                  <a:pt x="22774720" y="2838812"/>
                  <a:pt x="23640679" y="2562026"/>
                  <a:pt x="24510971" y="2313382"/>
                </a:cubicBezTo>
                <a:cubicBezTo>
                  <a:pt x="25381264" y="2064737"/>
                  <a:pt x="26255881" y="1844216"/>
                  <a:pt x="27131382" y="1648370"/>
                </a:cubicBezTo>
                <a:cubicBezTo>
                  <a:pt x="28006883" y="1452524"/>
                  <a:pt x="28883266" y="1281340"/>
                  <a:pt x="29757911" y="1131274"/>
                </a:cubicBezTo>
                <a:cubicBezTo>
                  <a:pt x="30632556" y="981209"/>
                  <a:pt x="31505468" y="852253"/>
                  <a:pt x="32374831" y="740952"/>
                </a:cubicBezTo>
                <a:cubicBezTo>
                  <a:pt x="33244194" y="629652"/>
                  <a:pt x="34110016" y="536002"/>
                  <a:pt x="34971221" y="456755"/>
                </a:cubicBezTo>
                <a:cubicBezTo>
                  <a:pt x="35832426" y="377507"/>
                  <a:pt x="36689022" y="312660"/>
                  <a:pt x="37540586" y="259230"/>
                </a:cubicBezTo>
                <a:cubicBezTo>
                  <a:pt x="38392150" y="205800"/>
                  <a:pt x="39238687" y="163787"/>
                  <a:pt x="40080337" y="130486"/>
                </a:cubicBezTo>
                <a:cubicBezTo>
                  <a:pt x="40921986" y="97185"/>
                  <a:pt x="41758753" y="72599"/>
                  <a:pt x="42591252" y="54281"/>
                </a:cubicBezTo>
                <a:cubicBezTo>
                  <a:pt x="43423752" y="35963"/>
                  <a:pt x="44251989" y="23917"/>
                  <a:pt x="45076997" y="15914"/>
                </a:cubicBezTo>
                <a:cubicBezTo>
                  <a:pt x="45902005" y="7911"/>
                  <a:pt x="46723787" y="3955"/>
                  <a:pt x="47543755" y="1976"/>
                </a:cubicBezTo>
                <a:cubicBezTo>
                  <a:pt x="48363723" y="-3"/>
                  <a:pt x="49181877" y="0"/>
                  <a:pt x="50000000" y="0"/>
                </a:cubicBezTo>
                <a:cubicBezTo>
                  <a:pt x="50818123" y="0"/>
                  <a:pt x="51636277" y="-3"/>
                  <a:pt x="52456245" y="1976"/>
                </a:cubicBezTo>
                <a:cubicBezTo>
                  <a:pt x="53276213" y="3955"/>
                  <a:pt x="54097995" y="7911"/>
                  <a:pt x="54923003" y="15914"/>
                </a:cubicBezTo>
                <a:cubicBezTo>
                  <a:pt x="55748011" y="23917"/>
                  <a:pt x="56576248" y="35963"/>
                  <a:pt x="57408748" y="54281"/>
                </a:cubicBezTo>
                <a:cubicBezTo>
                  <a:pt x="58241247" y="72599"/>
                  <a:pt x="59078014" y="97185"/>
                  <a:pt x="59919663" y="130486"/>
                </a:cubicBezTo>
                <a:cubicBezTo>
                  <a:pt x="60761313" y="163787"/>
                  <a:pt x="61607850" y="205800"/>
                  <a:pt x="62459414" y="259230"/>
                </a:cubicBezTo>
                <a:cubicBezTo>
                  <a:pt x="63310978" y="312660"/>
                  <a:pt x="64167574" y="377507"/>
                  <a:pt x="65028779" y="456755"/>
                </a:cubicBezTo>
                <a:cubicBezTo>
                  <a:pt x="65889984" y="536002"/>
                  <a:pt x="66755806" y="629652"/>
                  <a:pt x="67625169" y="740952"/>
                </a:cubicBezTo>
                <a:cubicBezTo>
                  <a:pt x="68494532" y="852253"/>
                  <a:pt x="69367444" y="981209"/>
                  <a:pt x="70242089" y="1131274"/>
                </a:cubicBezTo>
                <a:cubicBezTo>
                  <a:pt x="71116734" y="1281340"/>
                  <a:pt x="71993117" y="1452524"/>
                  <a:pt x="72868618" y="1648370"/>
                </a:cubicBezTo>
                <a:cubicBezTo>
                  <a:pt x="73744119" y="1844216"/>
                  <a:pt x="74618736" y="2064737"/>
                  <a:pt x="75489029" y="2313382"/>
                </a:cubicBezTo>
                <a:cubicBezTo>
                  <a:pt x="76359321" y="2562026"/>
                  <a:pt x="77225280" y="2838812"/>
                  <a:pt x="78082702" y="3146843"/>
                </a:cubicBezTo>
                <a:cubicBezTo>
                  <a:pt x="78940123" y="3454874"/>
                  <a:pt x="79788992" y="3794171"/>
                  <a:pt x="80624502" y="4167195"/>
                </a:cubicBezTo>
                <a:cubicBezTo>
                  <a:pt x="81460011" y="4540219"/>
                  <a:pt x="82282141" y="4946990"/>
                  <a:pt x="83085760" y="5389017"/>
                </a:cubicBezTo>
                <a:cubicBezTo>
                  <a:pt x="83889379" y="5831044"/>
                  <a:pt x="84674460" y="6308342"/>
                  <a:pt x="85435926" y="6821199"/>
                </a:cubicBezTo>
                <a:cubicBezTo>
                  <a:pt x="86197391" y="7334057"/>
                  <a:pt x="86935212" y="7882480"/>
                  <a:pt x="87644791" y="8465374"/>
                </a:cubicBezTo>
                <a:cubicBezTo>
                  <a:pt x="88354370" y="9048268"/>
                  <a:pt x="89035682" y="9665629"/>
                  <a:pt x="89685026" y="10314974"/>
                </a:cubicBezTo>
                <a:cubicBezTo>
                  <a:pt x="90334371" y="10964318"/>
                  <a:pt x="90951732" y="11645630"/>
                  <a:pt x="91534626" y="12355209"/>
                </a:cubicBezTo>
                <a:cubicBezTo>
                  <a:pt x="92117520" y="13064788"/>
                  <a:pt x="92665943" y="13802609"/>
                  <a:pt x="93178801" y="14564074"/>
                </a:cubicBezTo>
                <a:cubicBezTo>
                  <a:pt x="93691658" y="15325540"/>
                  <a:pt x="94168956" y="16110621"/>
                  <a:pt x="94610983" y="16914240"/>
                </a:cubicBezTo>
                <a:cubicBezTo>
                  <a:pt x="95053010" y="17717859"/>
                  <a:pt x="95459781" y="18539989"/>
                  <a:pt x="95832805" y="19375498"/>
                </a:cubicBezTo>
                <a:cubicBezTo>
                  <a:pt x="96205829" y="20211008"/>
                  <a:pt x="96545126" y="21059877"/>
                  <a:pt x="96853157" y="21917298"/>
                </a:cubicBezTo>
                <a:cubicBezTo>
                  <a:pt x="97161188" y="22774720"/>
                  <a:pt x="97437974" y="23640679"/>
                  <a:pt x="97686618" y="24510971"/>
                </a:cubicBezTo>
                <a:cubicBezTo>
                  <a:pt x="97935263" y="25381264"/>
                  <a:pt x="98155784" y="26255881"/>
                  <a:pt x="98351630" y="27131382"/>
                </a:cubicBezTo>
                <a:cubicBezTo>
                  <a:pt x="98547476" y="28006883"/>
                  <a:pt x="98718660" y="28883266"/>
                  <a:pt x="98868726" y="29757911"/>
                </a:cubicBezTo>
                <a:cubicBezTo>
                  <a:pt x="99018791" y="30632556"/>
                  <a:pt x="99147747" y="31505468"/>
                  <a:pt x="99259048" y="32374831"/>
                </a:cubicBezTo>
                <a:cubicBezTo>
                  <a:pt x="99370348" y="33244194"/>
                  <a:pt x="99463998" y="34110016"/>
                  <a:pt x="99543245" y="34971221"/>
                </a:cubicBezTo>
                <a:cubicBezTo>
                  <a:pt x="99622493" y="35832426"/>
                  <a:pt x="99687340" y="36689022"/>
                  <a:pt x="99740770" y="37540586"/>
                </a:cubicBezTo>
                <a:cubicBezTo>
                  <a:pt x="99794200" y="38392150"/>
                  <a:pt x="99836213" y="39238687"/>
                  <a:pt x="99869514" y="40080337"/>
                </a:cubicBezTo>
                <a:cubicBezTo>
                  <a:pt x="99902815" y="40921986"/>
                  <a:pt x="99927401" y="41758753"/>
                  <a:pt x="99945719" y="42591252"/>
                </a:cubicBezTo>
                <a:cubicBezTo>
                  <a:pt x="99964037" y="43423752"/>
                  <a:pt x="99976083" y="44251989"/>
                  <a:pt x="99984086" y="45076997"/>
                </a:cubicBezTo>
                <a:cubicBezTo>
                  <a:pt x="99992089" y="45902005"/>
                  <a:pt x="99996045" y="46723787"/>
                  <a:pt x="99998024" y="47543755"/>
                </a:cubicBezTo>
                <a:cubicBezTo>
                  <a:pt x="100000003" y="48363723"/>
                  <a:pt x="100000000" y="49181877"/>
                  <a:pt x="100000000" y="50000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30662"/>
              </a:gs>
              <a:gs pos="100000">
                <a:srgbClr val="8900E1"/>
              </a:gs>
            </a:gsLst>
            <a:lin ang="0"/>
          </a:gra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118CDC9-9ED6-4C2A-BD65-2DF788D7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  <a:endParaRPr sz="26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关键数字总览">
            <a:extLst xmlns:a="http://schemas.openxmlformats.org/drawingml/2006/main">
              <a:ext uri="{FF2B5EF4-FFF2-40B4-BE49-F238E27FC236}">
                <a16:creationId xmlns:a16="http://schemas.microsoft.com/office/drawing/2014/main" id="{27322133-8852-4668-9E12-884C24B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30662"/>
                </a:solidFill>
                <a:latin typeface="Microsoft YaHei"/>
                <a:ea typeface="Microsoft YaHei"/>
                <a:cs typeface="Microsoft YaHei"/>
              </a:rPr>
              <a:t>语言与许可</a:t>
            </a:r>
            <a:endParaRPr sz="3150" b="1">
              <a:solidFill>
                <a:srgbClr val="330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色块">
            <a:extLst xmlns:a="http://schemas.openxmlformats.org/drawingml/2006/main">
              <a:ext uri="{FF2B5EF4-FFF2-40B4-BE49-F238E27FC236}">
                <a16:creationId xmlns:a16="http://schemas.microsoft.com/office/drawing/2014/main" id="{F09805CA-D774-4E9A-B14C-B974E0F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009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51"/>
          </a:solidFill>
          <a:ln xmlns:a="http://schemas.openxmlformats.org/drawingml/2006/main" w="0">
            <a:noFill/>
          </a:ln>
        </p:spPr>
      </p:sp>
      <p:pic>
        <p:nvPicPr>
          <p:cNvPr id="34" name="图片 100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d07a5d3404719"/>
          <a:srcRect xmlns:a="http://schemas.openxmlformats.org/drawingml/2006/main" l="0" t="24138" r="0" b="2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390525"/>
            <a:ext cx="11049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B4A99-7FDA-4B18-8D5B-0E71E6DD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38900"/>
            <a:ext cx="1114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来源：README「语言；许可证」">
            <a:extLst xmlns:a="http://schemas.openxmlformats.org/drawingml/2006/main">
              <a:ext uri="{FF2B5EF4-FFF2-40B4-BE49-F238E27FC236}">
                <a16:creationId xmlns:a16="http://schemas.microsoft.com/office/drawing/2014/main" id="{603F7EFA-0793-4F84-8F53-59B6F1ED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200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README</a:t>
            </a:r>
            <a:r>
              <a:rPr sz="120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「语言；许可证」</a:t>
            </a:r>
          </a:p>
        </p:txBody>
      </p:sp>
      <p:sp>
        <p:nvSpPr>
          <p:cNvPr id="14" name="P11">
            <a:extLst xmlns:a="http://schemas.openxmlformats.org/drawingml/2006/main">
              <a:ext uri="{FF2B5EF4-FFF2-40B4-BE49-F238E27FC236}">
                <a16:creationId xmlns:a16="http://schemas.microsoft.com/office/drawing/2014/main" id="{89646BC3-CA8F-49D9-B109-198EDA65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P11</a:t>
            </a:r>
          </a:p>
        </p:txBody>
      </p:sp>
      <p:sp>
        <p:nvSpPr>
          <p:cNvPr id="15" name="03 / 使用、验证程度与许可">
            <a:extLst xmlns:a="http://schemas.openxmlformats.org/drawingml/2006/main">
              <a:ext uri="{FF2B5EF4-FFF2-40B4-BE49-F238E27FC236}">
                <a16:creationId xmlns:a16="http://schemas.microsoft.com/office/drawing/2014/main" id="{691AF88D-DB07-4836-9ADF-A0A27474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0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6D6D"/>
                </a:solidFill>
                <a:latin typeface="Montserrat"/>
                <a:ea typeface="Montserrat"/>
                <a:cs typeface="Montserrat"/>
              </a:rPr>
              <a:t>03 / </a:t>
            </a:r>
            <a:r>
              <a:rPr sz="1575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使用、验证程度与许可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F6E83-361A-4119-8CFB-1433432A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457200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E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中文版仓库&#10;persona-masks-cn&#10;开发阶段以中文为准">
            <a:extLst xmlns:a="http://schemas.openxmlformats.org/drawingml/2006/main">
              <a:ext uri="{FF2B5EF4-FFF2-40B4-BE49-F238E27FC236}">
                <a16:creationId xmlns:a16="http://schemas.microsoft.com/office/drawing/2014/main" id="{B1459649-ADDF-41B3-B5B4-F2D12C9A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90775"/>
            <a:ext cx="4305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中文版仓库</a:t>
            </a:r>
          </a:p>
          <a:p xmlns:a="http://schemas.openxmlformats.org/drawingml/2006/main">
            <a:pPr algn="ctr">
              <a:def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persona-masks-cn</a:t>
            </a:r>
          </a:p>
          <a:p xmlns:a="http://schemas.openxmlformats.org/drawingml/2006/main">
            <a:pPr algn="ctr">
              <a:def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开发阶段以中文为准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BC2F2-C17B-4C63-AC67-0DF2D7E0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05050"/>
            <a:ext cx="457200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英文版（计划）&#10;规则成熟后翻译&#10;另设仓库，区分包名">
            <a:extLst xmlns:a="http://schemas.openxmlformats.org/drawingml/2006/main">
              <a:ext uri="{FF2B5EF4-FFF2-40B4-BE49-F238E27FC236}">
                <a16:creationId xmlns:a16="http://schemas.microsoft.com/office/drawing/2014/main" id="{1F387FA1-BB43-4CF1-AEAF-13D234F0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90775"/>
            <a:ext cx="4305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英文版（计划）</a:t>
            </a:r>
          </a:p>
          <a:p xmlns:a="http://schemas.openxmlformats.org/drawingml/2006/main">
            <a:pPr algn="ctr">
              <a:def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规则成熟后翻译</a:t>
            </a:r>
          </a:p>
          <a:p xmlns:a="http://schemas.openxmlformats.org/drawingml/2006/main">
            <a:pPr algn="ctr">
              <a:def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另设仓库，区分包名</a:t>
            </a:r>
          </a:p>
        </p:txBody>
      </p: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35909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8B8"/>
            </a:solidFill>
            <a:tailEnd type="triangle" w="sm" len="sm"/>
          </a:ln>
        </p:spPr>
      </p:cxnSp>
      <p:sp>
        <p:nvSpPr>
          <p:cNvPr id="21" name="成熟后翻译">
            <a:extLst xmlns:a="http://schemas.openxmlformats.org/drawingml/2006/main">
              <a:ext uri="{FF2B5EF4-FFF2-40B4-BE49-F238E27FC236}">
                <a16:creationId xmlns:a16="http://schemas.microsoft.com/office/drawing/2014/main" id="{FCA637C9-AF6D-4C11-AF5A-09B76ECB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17182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D6D6D"/>
                </a:solidFill>
                <a:latin typeface="Microsoft YaHei"/>
                <a:ea typeface="Microsoft YaHei"/>
                <a:cs typeface="Microsoft YaHei"/>
              </a:rPr>
              <a:t>成熟后翻译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585F3-D9A7-4DDD-9C6B-FCFA3CB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许可证：Apache License 2.0">
            <a:extLst xmlns:a="http://schemas.openxmlformats.org/drawingml/2006/main">
              <a:ext uri="{FF2B5EF4-FFF2-40B4-BE49-F238E27FC236}">
                <a16:creationId xmlns:a16="http://schemas.microsoft.com/office/drawing/2014/main" id="{D07A688D-34A6-4AB4-9B61-94E12AD9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7068C"/>
                </a:solidFill>
                <a:latin typeface="Microsoft YaHei"/>
                <a:ea typeface="Microsoft YaHei"/>
                <a:cs typeface="Microsoft YaHei"/>
              </a:rPr>
              <a:t>许可证：</a:t>
            </a:r>
            <a:r>
              <a:rPr sz="2025" b="0">
                <a:solidFill>
                  <a:srgbClr val="57068C"/>
                </a:solidFill>
                <a:latin typeface="Montserrat"/>
                <a:ea typeface="Montserrat"/>
                <a:cs typeface="Montserrat"/>
              </a:rPr>
              <a:t>Apache License 2.0</a:t>
            </a:r>
          </a:p>
        </p:txBody>
      </p:sp>
    </p:spTree>
    <p:extLst>
      <p:ext uri="{BB962C8B-B14F-4D97-AF65-F5344CB8AC3E}">
        <p14:creationId xmlns:p14="http://schemas.microsoft.com/office/powerpoint/2010/main" val="873765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Microsoft YaHei"/>
        <a:cs typeface="Calibri Light"/>
      </a:majorFont>
      <a:minorFont>
        <a:latin typeface="Montserrat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2026-10-08T15:31:30.9570000Z</dcterms:created>
  <dcterms:modified xsi:type="dcterms:W3CDTF">2026-10-08T15:31:30.9570000Z</dcterms:modified>
</coreProperties>
</file>